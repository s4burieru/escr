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3" r:id="rId3"/>
    <p:sldId id="257" r:id="rId4"/>
    <p:sldId id="261" r:id="rId5"/>
    <p:sldId id="264" r:id="rId6"/>
    <p:sldId id="258" r:id="rId7"/>
    <p:sldId id="256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0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D77FB-997F-4BC8-8EAB-B6FBC853480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B878B-D339-4FE0-A1CB-4BD8140B1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3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878B-D339-4FE0-A1CB-4BD8140B1A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15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878B-D339-4FE0-A1CB-4BD8140B1A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4E178-5D26-A525-103F-B63836D3D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D8AF4-7C56-31A4-FBE4-4D26F7D05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261D6-9F2A-1FE9-17EA-4560CF0C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82AED-C078-F5A7-62A9-A6ECF2DCA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1FD6-51BA-2985-006E-4657D1B47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4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C9BA6-3D6A-FBA4-2F14-D6CA1CEC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92F4E-063F-ED64-F06D-62D7BF76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2C09-A751-26C4-5602-EA0D8770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F7AC-2361-893A-EFD4-75C79C91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7887E-6FDE-1313-2F8B-83E82EED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02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AAFE-4268-C0EF-C978-F85F5D0B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D5760-CFE9-3CF7-0283-62CFF7E34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B8BAC-081E-EC10-97C4-723F1F69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52374-4907-BA28-7E84-71BB4AA7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0C8F-EF1A-2848-734E-182AECF7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7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D4DC-FEAB-2B9D-2452-1571A60D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B8A39-7D51-4B64-BB01-5CF8F27E4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11852-9216-B177-6401-DE10CFE08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4F392-5260-FD20-D189-812266B40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3CB25-7143-7C2D-D6D8-6747E7D6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2A063-593A-E3C6-551D-74B9DE93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8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984E-D1A0-D73F-CEE3-5837366B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E6009-04A8-D8A4-E537-0C75771D2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90945-F182-DBEC-8AE2-5B2250BC0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E9005-2D82-6876-D95A-D8CF43004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D7525-6629-38C6-3D66-246F6EE09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D4C2E2-F505-2261-2015-22E1FD2A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B1979-76BD-2A4A-1884-94C3A449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A8AAB6-9100-91CE-7B53-8FD59640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4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10504-9673-9DFA-E910-2F5F1B32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4E910-747F-747B-2161-F2CB7977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D54FF-5575-15E5-DF29-3B5B4AEE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CD103-234B-774C-3CFA-4E6BD224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4BF12-11B8-5154-C73E-ADEE844E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292E2-38DC-6AC3-50E4-82A0BFE5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4A971-AC7C-5D53-5A42-FA1B62DE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8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76CF-73EF-8B21-0D0E-EB46D9E0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D822D-7F15-67B1-BBBD-5014D210A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38FCE-E49C-CB44-84C1-135E98418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FD5C9-CAB3-C5BB-A0F3-1B8F4573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C3D2B-FAD4-7C57-CA9F-32B338C2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53CA7-A513-9B41-5A9D-7AB2A727E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66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965D-4A83-46E3-E695-F3FD74B4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331C27-5468-ADDE-88EA-9FE88313C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5D4A6-B891-1558-E05C-DAD718F82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68F93-DD29-B1B8-3BA2-FC914850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15B3F-3ED5-3E9A-E897-512B29E7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0485C-9FEB-B284-0463-1E9DD58C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5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BDE4-F214-E123-0273-5E682A62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78841-4C26-F0A7-7CEB-E0D1127D5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8DA6E-747F-F2DE-D7B0-7340497D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AEA06-FFC9-4C3E-53BB-2926D2E8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1D8BB-C463-023D-46F2-0DDC882E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9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59035-2EA3-6987-20AB-306AB8A15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27ED4-FD93-7BA5-B0F1-779A06FB8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AF0C4-34FB-40CD-5712-6CBDCD8D5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F34B3-0207-AEB4-E6E6-50B19DD5F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B8D3A-73A1-26B0-814D-73F57865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4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B941D-BDC0-B4ED-C7C6-8F9C4C0B6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405DF-1EF3-8E2D-3CF3-8B7C7BE8C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A0227-00D9-24FD-8746-FE5915107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D05B1-FA53-45F9-A17E-584B9DBF203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B08F3-D7E3-242A-FEF9-572442EB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2FF4-89EC-5A47-4BEB-EFC6F3099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FF80F6-7871-4927-B78B-EAF406270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1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microsoft.com/office/2007/relationships/media" Target="../media/media1.mp3" /><Relationship Id="rId1" Type="http://schemas.openxmlformats.org/officeDocument/2006/relationships/audio" Target="NULL" TargetMode="External" /><Relationship Id="rId6" Type="http://schemas.openxmlformats.org/officeDocument/2006/relationships/image" Target="../media/image2.png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 /><Relationship Id="rId2" Type="http://schemas.openxmlformats.org/officeDocument/2006/relationships/slide" Target="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jpg" /><Relationship Id="rId4" Type="http://schemas.openxmlformats.org/officeDocument/2006/relationships/slide" Target="slide5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audio" Target="../media/media2.mp3" /><Relationship Id="rId1" Type="http://schemas.microsoft.com/office/2007/relationships/media" Target="../media/media2.mp3" /><Relationship Id="rId5" Type="http://schemas.openxmlformats.org/officeDocument/2006/relationships/image" Target="../media/image2.png" /><Relationship Id="rId4" Type="http://schemas.openxmlformats.org/officeDocument/2006/relationships/image" Target="../media/image1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 /><Relationship Id="rId2" Type="http://schemas.openxmlformats.org/officeDocument/2006/relationships/slide" Target="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 /><Relationship Id="rId2" Type="http://schemas.openxmlformats.org/officeDocument/2006/relationships/slide" Target="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audio" Target="../media/media3.mp3" /><Relationship Id="rId1" Type="http://schemas.microsoft.com/office/2007/relationships/media" Target="../media/media3.mp3" /><Relationship Id="rId5" Type="http://schemas.openxmlformats.org/officeDocument/2006/relationships/image" Target="../media/image4.jpg" /><Relationship Id="rId4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4FFF929-2F94-E132-50CD-11D84E7E5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184C30C-1AC2-BA27-AEC9-A247E05E91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662D4-AECA-C71F-FECF-A40988A08316}"/>
              </a:ext>
            </a:extLst>
          </p:cNvPr>
          <p:cNvSpPr txBox="1"/>
          <p:nvPr/>
        </p:nvSpPr>
        <p:spPr>
          <a:xfrm>
            <a:off x="1922484" y="1404277"/>
            <a:ext cx="84969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Minecrafter Alt" pitchFamily="2" charset="0"/>
                <a:cs typeface="Arial" panose="020B0604020202020204" pitchFamily="34" charset="0"/>
              </a:rPr>
              <a:t>Prove your mastery! The objective is simple: get your cursor from start to finish without grazing the walls. Are your nerves up to the task? There are five intense stages waiting to truly test your hand control.</a:t>
            </a:r>
            <a:endParaRPr lang="en-PH" sz="2800" dirty="0">
              <a:solidFill>
                <a:schemeClr val="bg1"/>
              </a:solidFill>
              <a:latin typeface="Minecrafter Alt" pitchFamily="2" charset="0"/>
              <a:cs typeface="Arial" panose="020B0604020202020204" pitchFamily="34" charset="0"/>
            </a:endParaRP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A93C97B3-073D-95A8-5381-CDBCCC40AC20}"/>
              </a:ext>
            </a:extLst>
          </p:cNvPr>
          <p:cNvSpPr/>
          <p:nvPr/>
        </p:nvSpPr>
        <p:spPr>
          <a:xfrm>
            <a:off x="5065929" y="4458766"/>
            <a:ext cx="2060136" cy="742649"/>
          </a:xfrm>
          <a:prstGeom prst="flowChartTermina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8446A1-28B5-1B30-DACF-ED782F2809D1}"/>
              </a:ext>
            </a:extLst>
          </p:cNvPr>
          <p:cNvSpPr txBox="1"/>
          <p:nvPr/>
        </p:nvSpPr>
        <p:spPr>
          <a:xfrm>
            <a:off x="5140882" y="4399690"/>
            <a:ext cx="2060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inecrafter Alt" pitchFamily="2" charset="0"/>
                <a:cs typeface="Arial" panose="020B0604020202020204" pitchFamily="34" charset="0"/>
                <a:hlinkClick r:id="" action="ppaction://hlinkshowjump?jump=nex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</a:t>
            </a:r>
            <a:endParaRPr lang="en-PH" sz="4000" dirty="0">
              <a:solidFill>
                <a:schemeClr val="bg1"/>
              </a:solidFill>
              <a:latin typeface="Minecrafter Alt" pitchFamily="2" charset="0"/>
              <a:cs typeface="Arial" panose="020B0604020202020204" pitchFamily="34" charset="0"/>
            </a:endParaRPr>
          </a:p>
        </p:txBody>
      </p:sp>
      <p:pic>
        <p:nvPicPr>
          <p:cNvPr id="2" name="Into the Maze">
            <a:hlinkClick r:id="" action="ppaction://media"/>
            <a:extLst>
              <a:ext uri="{FF2B5EF4-FFF2-40B4-BE49-F238E27FC236}">
                <a16:creationId xmlns:a16="http://schemas.microsoft.com/office/drawing/2014/main" id="{84191BA1-6AC7-5480-0B6C-8A6FECD658D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80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04800" y="8619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0E9B4A1D-268B-3222-0D21-8D8ABBE44FFB}"/>
              </a:ext>
            </a:extLst>
          </p:cNvPr>
          <p:cNvSpPr/>
          <p:nvPr/>
        </p:nvSpPr>
        <p:spPr>
          <a:xfrm>
            <a:off x="4527030" y="5201587"/>
            <a:ext cx="3028013" cy="1656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5" name="Rectangle 4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B6CBA11-23AE-4DA7-08FE-A066831BC02D}"/>
              </a:ext>
            </a:extLst>
          </p:cNvPr>
          <p:cNvSpPr/>
          <p:nvPr/>
        </p:nvSpPr>
        <p:spPr>
          <a:xfrm>
            <a:off x="1" y="5201586"/>
            <a:ext cx="4527030" cy="1656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6" name="Rectangle 5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0E1BF18-90D5-B5C2-BF24-7E609BEDCA77}"/>
              </a:ext>
            </a:extLst>
          </p:cNvPr>
          <p:cNvSpPr/>
          <p:nvPr/>
        </p:nvSpPr>
        <p:spPr>
          <a:xfrm>
            <a:off x="7407640" y="5201585"/>
            <a:ext cx="3400268" cy="1656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69E850EE-0FF0-8974-19E3-D9DC30C07AF0}"/>
              </a:ext>
            </a:extLst>
          </p:cNvPr>
          <p:cNvSpPr/>
          <p:nvPr/>
        </p:nvSpPr>
        <p:spPr>
          <a:xfrm>
            <a:off x="11797259" y="5201587"/>
            <a:ext cx="394739" cy="1656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8" name="Rectangle 7">
            <a:hlinkHover r:id="" action="ppaction://hlinkshowjump?jump=nextslide"/>
            <a:extLst>
              <a:ext uri="{FF2B5EF4-FFF2-40B4-BE49-F238E27FC236}">
                <a16:creationId xmlns:a16="http://schemas.microsoft.com/office/drawing/2014/main" id="{0ADFBB60-4D42-00C5-1F83-335B6A6EABB6}"/>
              </a:ext>
            </a:extLst>
          </p:cNvPr>
          <p:cNvSpPr/>
          <p:nvPr/>
        </p:nvSpPr>
        <p:spPr>
          <a:xfrm>
            <a:off x="10807908" y="6220916"/>
            <a:ext cx="989351" cy="6370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030893F0-3DE4-8132-7547-DE236F78EA99}"/>
              </a:ext>
            </a:extLst>
          </p:cNvPr>
          <p:cNvSpPr/>
          <p:nvPr/>
        </p:nvSpPr>
        <p:spPr>
          <a:xfrm>
            <a:off x="0" y="3545172"/>
            <a:ext cx="5066673" cy="1656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10" name="Rectangle 9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F4B9F8A-A503-057F-5186-8CA326BBAD4A}"/>
              </a:ext>
            </a:extLst>
          </p:cNvPr>
          <p:cNvSpPr/>
          <p:nvPr/>
        </p:nvSpPr>
        <p:spPr>
          <a:xfrm>
            <a:off x="6850504" y="1783826"/>
            <a:ext cx="3957403" cy="3417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11" name="Rectangle 10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368323AC-BD31-0ED0-A785-107E361C9D3D}"/>
              </a:ext>
            </a:extLst>
          </p:cNvPr>
          <p:cNvSpPr/>
          <p:nvPr/>
        </p:nvSpPr>
        <p:spPr>
          <a:xfrm>
            <a:off x="7643730" y="-28111"/>
            <a:ext cx="4548268" cy="7907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12" name="Rectangle 1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6EBDD4F-6131-0D22-EFDF-5601B2BE023F}"/>
              </a:ext>
            </a:extLst>
          </p:cNvPr>
          <p:cNvSpPr/>
          <p:nvPr/>
        </p:nvSpPr>
        <p:spPr>
          <a:xfrm>
            <a:off x="1" y="-26235"/>
            <a:ext cx="5066674" cy="35714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13" name="Rectangle 1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CD013FA-7A52-21FA-C6DC-893935AAC6FC}"/>
              </a:ext>
            </a:extLst>
          </p:cNvPr>
          <p:cNvSpPr/>
          <p:nvPr/>
        </p:nvSpPr>
        <p:spPr>
          <a:xfrm>
            <a:off x="4512038" y="-26237"/>
            <a:ext cx="4527030" cy="7907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14" name="Rectangle 1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034965B-DCE3-53D5-0759-0A4F89369439}"/>
              </a:ext>
            </a:extLst>
          </p:cNvPr>
          <p:cNvSpPr/>
          <p:nvPr/>
        </p:nvSpPr>
        <p:spPr>
          <a:xfrm rot="5400000">
            <a:off x="9731113" y="2830642"/>
            <a:ext cx="4527030" cy="3947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pic>
        <p:nvPicPr>
          <p:cNvPr id="21" name="Picture 20">
            <a:hlinkHover r:id="" action="ppaction://hlinkshowjump?jump=nextslide"/>
            <a:extLst>
              <a:ext uri="{FF2B5EF4-FFF2-40B4-BE49-F238E27FC236}">
                <a16:creationId xmlns:a16="http://schemas.microsoft.com/office/drawing/2014/main" id="{F1E8167B-5E33-3F98-EF90-DB796D185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907" y="6220914"/>
            <a:ext cx="989352" cy="63708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607FF2F-44F1-1175-C50D-73E6F6A76F95}"/>
              </a:ext>
            </a:extLst>
          </p:cNvPr>
          <p:cNvSpPr txBox="1"/>
          <p:nvPr/>
        </p:nvSpPr>
        <p:spPr>
          <a:xfrm>
            <a:off x="589778" y="501012"/>
            <a:ext cx="1763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inecrafter Alt" pitchFamily="2" charset="0"/>
              </a:rPr>
              <a:t>Level 1 </a:t>
            </a:r>
            <a:endParaRPr lang="en-PH" sz="2800" b="1" dirty="0">
              <a:solidFill>
                <a:schemeClr val="bg1"/>
              </a:solidFill>
              <a:latin typeface="Minecrafter A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98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D02B1F5-62E9-A86E-4CFB-827B4281DA53}"/>
              </a:ext>
            </a:extLst>
          </p:cNvPr>
          <p:cNvSpPr/>
          <p:nvPr/>
        </p:nvSpPr>
        <p:spPr>
          <a:xfrm>
            <a:off x="6413156" y="0"/>
            <a:ext cx="5778845" cy="17099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B603792-D291-90E1-72A2-FDA646F63016}"/>
              </a:ext>
            </a:extLst>
          </p:cNvPr>
          <p:cNvSpPr/>
          <p:nvPr/>
        </p:nvSpPr>
        <p:spPr>
          <a:xfrm>
            <a:off x="0" y="2057400"/>
            <a:ext cx="5943600" cy="16990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2D5813F-278F-A713-147E-C0673BE837C3}"/>
              </a:ext>
            </a:extLst>
          </p:cNvPr>
          <p:cNvSpPr/>
          <p:nvPr/>
        </p:nvSpPr>
        <p:spPr>
          <a:xfrm rot="5400000">
            <a:off x="5430012" y="2446020"/>
            <a:ext cx="4224528" cy="17099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0C9572E8-F657-F408-B608-F818D6F759B2}"/>
              </a:ext>
            </a:extLst>
          </p:cNvPr>
          <p:cNvSpPr/>
          <p:nvPr/>
        </p:nvSpPr>
        <p:spPr>
          <a:xfrm rot="5400000">
            <a:off x="3188208" y="2170176"/>
            <a:ext cx="1453896" cy="55443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CA37B7E-3EE0-1862-8455-0A843C992004}"/>
              </a:ext>
            </a:extLst>
          </p:cNvPr>
          <p:cNvSpPr/>
          <p:nvPr/>
        </p:nvSpPr>
        <p:spPr>
          <a:xfrm rot="5400000">
            <a:off x="3222354" y="3042522"/>
            <a:ext cx="605316" cy="70500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B4E5E3C6-A679-B3C6-A553-A432B2D332E4}"/>
              </a:ext>
            </a:extLst>
          </p:cNvPr>
          <p:cNvSpPr/>
          <p:nvPr/>
        </p:nvSpPr>
        <p:spPr>
          <a:xfrm rot="5400000">
            <a:off x="7336536" y="5672328"/>
            <a:ext cx="807720" cy="1563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FA99C8A5-3133-02CC-ED3E-D2CC9CE3E57A}"/>
              </a:ext>
            </a:extLst>
          </p:cNvPr>
          <p:cNvSpPr/>
          <p:nvPr/>
        </p:nvSpPr>
        <p:spPr>
          <a:xfrm rot="5400000">
            <a:off x="-565405" y="1304545"/>
            <a:ext cx="1709928" cy="5791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2B56F4B-CF22-802F-5C7F-FD238CC1E579}"/>
              </a:ext>
            </a:extLst>
          </p:cNvPr>
          <p:cNvSpPr/>
          <p:nvPr/>
        </p:nvSpPr>
        <p:spPr>
          <a:xfrm rot="5400000">
            <a:off x="7981188" y="3896868"/>
            <a:ext cx="4224528" cy="17099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53FE3834-B2F0-49AE-2B1B-0C37A61881DB}"/>
              </a:ext>
            </a:extLst>
          </p:cNvPr>
          <p:cNvSpPr/>
          <p:nvPr/>
        </p:nvSpPr>
        <p:spPr>
          <a:xfrm rot="5400000">
            <a:off x="8256270" y="5672328"/>
            <a:ext cx="807720" cy="1563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9E59628-74E4-7EF9-301E-647525F98401}"/>
              </a:ext>
            </a:extLst>
          </p:cNvPr>
          <p:cNvSpPr/>
          <p:nvPr/>
        </p:nvSpPr>
        <p:spPr>
          <a:xfrm rot="5400000">
            <a:off x="9438130" y="4116325"/>
            <a:ext cx="516026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1DB5065-11FF-38FC-2E49-C94DC0C3F789}"/>
              </a:ext>
            </a:extLst>
          </p:cNvPr>
          <p:cNvSpPr/>
          <p:nvPr/>
        </p:nvSpPr>
        <p:spPr>
          <a:xfrm rot="5400000">
            <a:off x="-1014079" y="4671679"/>
            <a:ext cx="2607276" cy="5791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A89ED42-5226-0C52-DCE7-9D14ABD210C1}"/>
              </a:ext>
            </a:extLst>
          </p:cNvPr>
          <p:cNvSpPr/>
          <p:nvPr/>
        </p:nvSpPr>
        <p:spPr>
          <a:xfrm>
            <a:off x="0" y="0"/>
            <a:ext cx="12192000" cy="740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hlinkHover r:id="" action="ppaction://hlinkshowjump?jump=nextslide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711228B-AC34-A6AC-FAA3-147742E8ED1B}"/>
              </a:ext>
            </a:extLst>
          </p:cNvPr>
          <p:cNvSpPr/>
          <p:nvPr/>
        </p:nvSpPr>
        <p:spPr>
          <a:xfrm rot="5400000">
            <a:off x="2353818" y="-560594"/>
            <a:ext cx="1453896" cy="51587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hlinkHover r:id="rId4" action="ppaction://hlinksldjump"/>
            <a:extLst>
              <a:ext uri="{FF2B5EF4-FFF2-40B4-BE49-F238E27FC236}">
                <a16:creationId xmlns:a16="http://schemas.microsoft.com/office/drawing/2014/main" id="{831E0DBE-26EA-DFE0-F361-963345BA87C6}"/>
              </a:ext>
            </a:extLst>
          </p:cNvPr>
          <p:cNvSpPr/>
          <p:nvPr/>
        </p:nvSpPr>
        <p:spPr>
          <a:xfrm>
            <a:off x="579118" y="739140"/>
            <a:ext cx="579118" cy="5526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4" name="Picture 3">
            <a:hlinkHover r:id="rId4" action="ppaction://hlinksldjump"/>
            <a:extLst>
              <a:ext uri="{FF2B5EF4-FFF2-40B4-BE49-F238E27FC236}">
                <a16:creationId xmlns:a16="http://schemas.microsoft.com/office/drawing/2014/main" id="{3AE8220E-1E73-FC6F-3D0F-6042C81FB6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38" y="739140"/>
            <a:ext cx="572398" cy="5526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9AD48B-57AD-E349-E2BA-8B2DBBF638AF}"/>
              </a:ext>
            </a:extLst>
          </p:cNvPr>
          <p:cNvSpPr txBox="1"/>
          <p:nvPr/>
        </p:nvSpPr>
        <p:spPr>
          <a:xfrm>
            <a:off x="9998866" y="370332"/>
            <a:ext cx="1899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inecrafter Alt" pitchFamily="2" charset="0"/>
              </a:rPr>
              <a:t>Level 2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endParaRPr lang="en-PH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40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DEAF55D-CAC6-4483-5F74-15EFD6682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9A36F1B-5AB5-BC43-4100-96E15208E7F2}"/>
              </a:ext>
            </a:extLst>
          </p:cNvPr>
          <p:cNvSpPr/>
          <p:nvPr/>
        </p:nvSpPr>
        <p:spPr>
          <a:xfrm>
            <a:off x="-8" y="0"/>
            <a:ext cx="12191999" cy="6858000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FAA539-2763-554B-94C7-5AD66D43FABE}"/>
              </a:ext>
            </a:extLst>
          </p:cNvPr>
          <p:cNvSpPr txBox="1"/>
          <p:nvPr/>
        </p:nvSpPr>
        <p:spPr>
          <a:xfrm>
            <a:off x="1081781" y="1574247"/>
            <a:ext cx="1002842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rgbClr val="FF0000"/>
                </a:solidFill>
                <a:latin typeface="Minecrafter Alt" pitchFamily="2" charset="0"/>
                <a:cs typeface="Arial" panose="020B0604020202020204" pitchFamily="34" charset="0"/>
              </a:rPr>
              <a:t>You Lose </a:t>
            </a:r>
            <a:endParaRPr lang="en-PH" sz="13800" dirty="0">
              <a:solidFill>
                <a:srgbClr val="FF0000"/>
              </a:solidFill>
              <a:latin typeface="Minecrafter Alt" pitchFamily="2" charset="0"/>
              <a:cs typeface="Arial" panose="020B0604020202020204" pitchFamily="34" charset="0"/>
            </a:endParaRPr>
          </a:p>
        </p:txBody>
      </p:sp>
      <p:sp>
        <p:nvSpPr>
          <p:cNvPr id="8" name="Flowchart: Terminator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03131FE-2AB3-23C4-1864-65B478CC76FB}"/>
              </a:ext>
            </a:extLst>
          </p:cNvPr>
          <p:cNvSpPr/>
          <p:nvPr/>
        </p:nvSpPr>
        <p:spPr>
          <a:xfrm>
            <a:off x="4239862" y="4018150"/>
            <a:ext cx="3712261" cy="808113"/>
          </a:xfrm>
          <a:prstGeom prst="flowChartTermina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39E91-00F4-3D19-F7CC-F4C6511B6FBB}"/>
              </a:ext>
            </a:extLst>
          </p:cNvPr>
          <p:cNvSpPr txBox="1"/>
          <p:nvPr/>
        </p:nvSpPr>
        <p:spPr>
          <a:xfrm>
            <a:off x="4397415" y="3988170"/>
            <a:ext cx="3487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inecrafter Alt" pitchFamily="2" charset="0"/>
                <a:hlinkClick r:id="" action="ppaction://hlinkshowjump?jump=firs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 again</a:t>
            </a:r>
            <a:endParaRPr lang="en-PH" sz="4000" dirty="0">
              <a:solidFill>
                <a:schemeClr val="bg1"/>
              </a:solidFill>
              <a:latin typeface="Minecrafter Alt" pitchFamily="2" charset="0"/>
            </a:endParaRPr>
          </a:p>
        </p:txBody>
      </p:sp>
      <p:pic>
        <p:nvPicPr>
          <p:cNvPr id="2" name="copy_A0BF3651-90CC-4D54-B8A2-38B35D872557">
            <a:hlinkClick r:id="" action="ppaction://media"/>
            <a:extLst>
              <a:ext uri="{FF2B5EF4-FFF2-40B4-BE49-F238E27FC236}">
                <a16:creationId xmlns:a16="http://schemas.microsoft.com/office/drawing/2014/main" id="{793742BF-2856-B9D4-5F98-D2DF7B1DB7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2181" y="29105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0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lowchart: Process 25">
            <a:hlinkHover r:id="" action="ppaction://hlinkshowjump?jump=previousslide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8ADF7FAD-CCE1-41B4-3434-DBDB15B81A38}"/>
              </a:ext>
            </a:extLst>
          </p:cNvPr>
          <p:cNvSpPr/>
          <p:nvPr/>
        </p:nvSpPr>
        <p:spPr>
          <a:xfrm>
            <a:off x="3017120" y="2018335"/>
            <a:ext cx="841248" cy="448056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lowchart: Process 24">
            <a:hlinkHover r:id="" action="ppaction://hlinkshowjump?jump=previousslide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70BEB5E6-EFF5-2528-38CE-22BEB14FED71}"/>
              </a:ext>
            </a:extLst>
          </p:cNvPr>
          <p:cNvSpPr/>
          <p:nvPr/>
        </p:nvSpPr>
        <p:spPr>
          <a:xfrm>
            <a:off x="5757821" y="3575304"/>
            <a:ext cx="841248" cy="448056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lowchart: Process 22">
            <a:hlinkHover r:id="" action="ppaction://hlinkshowjump?jump=previousslide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EB3985C5-590A-A729-03BC-C692901626EE}"/>
              </a:ext>
            </a:extLst>
          </p:cNvPr>
          <p:cNvSpPr/>
          <p:nvPr/>
        </p:nvSpPr>
        <p:spPr>
          <a:xfrm>
            <a:off x="5757821" y="32118"/>
            <a:ext cx="841248" cy="448056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9DD08011-6975-D45D-14C5-0433B1AE6928}"/>
              </a:ext>
            </a:extLst>
          </p:cNvPr>
          <p:cNvSpPr/>
          <p:nvPr/>
        </p:nvSpPr>
        <p:spPr>
          <a:xfrm>
            <a:off x="286414" y="1565671"/>
            <a:ext cx="10613037" cy="10442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D784ECBC-F693-5C6C-C10C-36DC8E8D5102}"/>
              </a:ext>
            </a:extLst>
          </p:cNvPr>
          <p:cNvSpPr/>
          <p:nvPr/>
        </p:nvSpPr>
        <p:spPr>
          <a:xfrm>
            <a:off x="-1" y="-56622"/>
            <a:ext cx="12192000" cy="740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AF273FE9-6D27-4C6C-1FC0-78067420506B}"/>
              </a:ext>
            </a:extLst>
          </p:cNvPr>
          <p:cNvSpPr/>
          <p:nvPr/>
        </p:nvSpPr>
        <p:spPr>
          <a:xfrm>
            <a:off x="0" y="306480"/>
            <a:ext cx="779490" cy="22255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A5476622-3171-DEEF-58AB-814B7FDAD630}"/>
              </a:ext>
            </a:extLst>
          </p:cNvPr>
          <p:cNvSpPr/>
          <p:nvPr/>
        </p:nvSpPr>
        <p:spPr>
          <a:xfrm>
            <a:off x="11412512" y="32118"/>
            <a:ext cx="779490" cy="68258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2A72699C-5E06-661D-0F69-1F12C30FBF81}"/>
              </a:ext>
            </a:extLst>
          </p:cNvPr>
          <p:cNvSpPr/>
          <p:nvPr/>
        </p:nvSpPr>
        <p:spPr>
          <a:xfrm rot="16200000">
            <a:off x="5706255" y="1151743"/>
            <a:ext cx="779490" cy="106330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6E582844-931D-E52A-EA1A-EB445D1B6ADB}"/>
              </a:ext>
            </a:extLst>
          </p:cNvPr>
          <p:cNvSpPr/>
          <p:nvPr/>
        </p:nvSpPr>
        <p:spPr>
          <a:xfrm>
            <a:off x="-1" y="4757497"/>
            <a:ext cx="10613038" cy="779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959F9DC4-D158-FAC8-0CB1-B25F0D3EE757}"/>
              </a:ext>
            </a:extLst>
          </p:cNvPr>
          <p:cNvSpPr/>
          <p:nvPr/>
        </p:nvSpPr>
        <p:spPr>
          <a:xfrm>
            <a:off x="1469036" y="3336380"/>
            <a:ext cx="10436552" cy="779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FB819FBA-F6A8-3F50-E7FB-7A49B96F8870}"/>
              </a:ext>
            </a:extLst>
          </p:cNvPr>
          <p:cNvSpPr/>
          <p:nvPr/>
        </p:nvSpPr>
        <p:spPr>
          <a:xfrm>
            <a:off x="1" y="2531988"/>
            <a:ext cx="779486" cy="22255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hlinkHover r:id="rId3" action="ppaction://hlinksldjump">
              <a:snd r:embed="rId2" name="explode.wav"/>
            </a:hlinkHover>
            <a:extLst>
              <a:ext uri="{FF2B5EF4-FFF2-40B4-BE49-F238E27FC236}">
                <a16:creationId xmlns:a16="http://schemas.microsoft.com/office/drawing/2014/main" id="{D5627CFF-362B-A0F2-F71A-2F87DBC40EEB}"/>
              </a:ext>
            </a:extLst>
          </p:cNvPr>
          <p:cNvSpPr/>
          <p:nvPr/>
        </p:nvSpPr>
        <p:spPr>
          <a:xfrm>
            <a:off x="1" y="4644787"/>
            <a:ext cx="164891" cy="22132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hlinkHover r:id="" action="ppaction://hlinkshowjump?jump=nextslide"/>
            <a:extLst>
              <a:ext uri="{FF2B5EF4-FFF2-40B4-BE49-F238E27FC236}">
                <a16:creationId xmlns:a16="http://schemas.microsoft.com/office/drawing/2014/main" id="{B5528AEF-F0E6-4E84-5DE9-67285BB69B6E}"/>
              </a:ext>
            </a:extLst>
          </p:cNvPr>
          <p:cNvSpPr/>
          <p:nvPr/>
        </p:nvSpPr>
        <p:spPr>
          <a:xfrm>
            <a:off x="164892" y="6385810"/>
            <a:ext cx="614596" cy="4721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4" name="Picture 23">
            <a:hlinkHover r:id="" action="ppaction://hlinkshowjump?jump=nextslide"/>
            <a:extLst>
              <a:ext uri="{FF2B5EF4-FFF2-40B4-BE49-F238E27FC236}">
                <a16:creationId xmlns:a16="http://schemas.microsoft.com/office/drawing/2014/main" id="{18416D56-50ED-C657-FB25-D4A660F19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" y="6385810"/>
            <a:ext cx="614596" cy="47218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BBC8490-E896-3F37-CE03-C39019C566A0}"/>
              </a:ext>
            </a:extLst>
          </p:cNvPr>
          <p:cNvSpPr txBox="1"/>
          <p:nvPr/>
        </p:nvSpPr>
        <p:spPr>
          <a:xfrm>
            <a:off x="5108874" y="160822"/>
            <a:ext cx="1974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inecrafter Alt" pitchFamily="2" charset="0"/>
              </a:rPr>
              <a:t>Level 3 </a:t>
            </a:r>
            <a:endParaRPr lang="en-PH" sz="2800" b="1" dirty="0">
              <a:solidFill>
                <a:schemeClr val="bg1"/>
              </a:solidFill>
              <a:latin typeface="Minecrafter A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28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utoRev="1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677 0.00347 L -0.00677 0.3224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4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utoRev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0.00677 0.01319 L -0.00677 0.21319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utoRev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677 0.0132 L -0.00404 0.2430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1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miley Face 24">
            <a:hlinkHover r:id="rId2" action="ppaction://hlinksldjump"/>
            <a:extLst>
              <a:ext uri="{FF2B5EF4-FFF2-40B4-BE49-F238E27FC236}">
                <a16:creationId xmlns:a16="http://schemas.microsoft.com/office/drawing/2014/main" id="{86D3FAB6-884E-D350-49F8-8CBE317B5B49}"/>
              </a:ext>
            </a:extLst>
          </p:cNvPr>
          <p:cNvSpPr/>
          <p:nvPr/>
        </p:nvSpPr>
        <p:spPr>
          <a:xfrm>
            <a:off x="5543864" y="1873456"/>
            <a:ext cx="552136" cy="600858"/>
          </a:xfrm>
          <a:prstGeom prst="smileyFac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Rectangle 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1919E696-0567-FDB3-4E3D-71F84704953B}"/>
              </a:ext>
            </a:extLst>
          </p:cNvPr>
          <p:cNvSpPr/>
          <p:nvPr/>
        </p:nvSpPr>
        <p:spPr>
          <a:xfrm>
            <a:off x="1" y="1"/>
            <a:ext cx="1798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0A5BD5D-07EB-C432-3636-12F2DDF092DD}"/>
              </a:ext>
            </a:extLst>
          </p:cNvPr>
          <p:cNvSpPr/>
          <p:nvPr/>
        </p:nvSpPr>
        <p:spPr>
          <a:xfrm>
            <a:off x="12012118" y="0"/>
            <a:ext cx="1798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9BE5CB49-F45A-43FB-6B0E-5EC1835BE57F}"/>
              </a:ext>
            </a:extLst>
          </p:cNvPr>
          <p:cNvSpPr/>
          <p:nvPr/>
        </p:nvSpPr>
        <p:spPr>
          <a:xfrm>
            <a:off x="916900" y="3792510"/>
            <a:ext cx="2746947" cy="3065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65F63227-8305-D16E-F7A5-390691538BA0}"/>
              </a:ext>
            </a:extLst>
          </p:cNvPr>
          <p:cNvSpPr/>
          <p:nvPr/>
        </p:nvSpPr>
        <p:spPr>
          <a:xfrm>
            <a:off x="4209738" y="3290026"/>
            <a:ext cx="1798821" cy="25199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47B570E3-C5DD-7FD5-3A28-5950C1CB6A89}"/>
              </a:ext>
            </a:extLst>
          </p:cNvPr>
          <p:cNvSpPr/>
          <p:nvPr/>
        </p:nvSpPr>
        <p:spPr>
          <a:xfrm>
            <a:off x="3663847" y="6625652"/>
            <a:ext cx="8348271" cy="2323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366A316E-608F-0D36-AB08-8E628012CEA7}"/>
              </a:ext>
            </a:extLst>
          </p:cNvPr>
          <p:cNvSpPr/>
          <p:nvPr/>
        </p:nvSpPr>
        <p:spPr>
          <a:xfrm>
            <a:off x="6675619" y="3896822"/>
            <a:ext cx="1798821" cy="28331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7326E9E-18E3-EE87-B428-F235DC19AED8}"/>
              </a:ext>
            </a:extLst>
          </p:cNvPr>
          <p:cNvSpPr/>
          <p:nvPr/>
        </p:nvSpPr>
        <p:spPr>
          <a:xfrm>
            <a:off x="8966616" y="3265932"/>
            <a:ext cx="1886262" cy="254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ectangle 1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973B06EF-F2AE-17A7-B390-5650E449B7A0}"/>
              </a:ext>
            </a:extLst>
          </p:cNvPr>
          <p:cNvSpPr/>
          <p:nvPr/>
        </p:nvSpPr>
        <p:spPr>
          <a:xfrm rot="16200000">
            <a:off x="5864590" y="-5684709"/>
            <a:ext cx="462821" cy="118322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15D83E31-E438-AC10-2847-4D0440255EEA}"/>
              </a:ext>
            </a:extLst>
          </p:cNvPr>
          <p:cNvSpPr/>
          <p:nvPr/>
        </p:nvSpPr>
        <p:spPr>
          <a:xfrm>
            <a:off x="179881" y="2888107"/>
            <a:ext cx="10672997" cy="4906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Rectangle 1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E39449A-0A55-B872-0A7F-467436A22094}"/>
              </a:ext>
            </a:extLst>
          </p:cNvPr>
          <p:cNvSpPr/>
          <p:nvPr/>
        </p:nvSpPr>
        <p:spPr>
          <a:xfrm>
            <a:off x="174884" y="870677"/>
            <a:ext cx="11257614" cy="4906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12A3A55F-64FB-A855-9C24-5BF058B62667}"/>
              </a:ext>
            </a:extLst>
          </p:cNvPr>
          <p:cNvSpPr/>
          <p:nvPr/>
        </p:nvSpPr>
        <p:spPr>
          <a:xfrm>
            <a:off x="174884" y="462821"/>
            <a:ext cx="409732" cy="4628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9EABDD66-80B0-F36B-BD4E-070971DA594D}"/>
              </a:ext>
            </a:extLst>
          </p:cNvPr>
          <p:cNvSpPr/>
          <p:nvPr/>
        </p:nvSpPr>
        <p:spPr>
          <a:xfrm>
            <a:off x="7435120" y="1913117"/>
            <a:ext cx="4576997" cy="4628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D82BAC94-0C51-DC10-DA96-7997725AE1EF}"/>
              </a:ext>
            </a:extLst>
          </p:cNvPr>
          <p:cNvSpPr/>
          <p:nvPr/>
        </p:nvSpPr>
        <p:spPr>
          <a:xfrm>
            <a:off x="89941" y="914092"/>
            <a:ext cx="6445770" cy="2277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7" name="Picture 26">
            <a:hlinkHover r:id="" action="ppaction://hlinkshowjump?jump=nextslide"/>
            <a:extLst>
              <a:ext uri="{FF2B5EF4-FFF2-40B4-BE49-F238E27FC236}">
                <a16:creationId xmlns:a16="http://schemas.microsoft.com/office/drawing/2014/main" id="{78F608E9-53EC-D9D5-FE93-941697FC3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16" y="451269"/>
            <a:ext cx="614596" cy="419408"/>
          </a:xfrm>
          <a:prstGeom prst="rect">
            <a:avLst/>
          </a:prstGeom>
        </p:spPr>
      </p:pic>
      <p:sp>
        <p:nvSpPr>
          <p:cNvPr id="29" name="Flowchart: Process 2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583FD135-479D-DE3E-81E4-CED5CD6F3F28}"/>
              </a:ext>
            </a:extLst>
          </p:cNvPr>
          <p:cNvSpPr/>
          <p:nvPr/>
        </p:nvSpPr>
        <p:spPr>
          <a:xfrm rot="5400000">
            <a:off x="5000506" y="5783456"/>
            <a:ext cx="163068" cy="868680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lowchart: Process 29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CC6E1AC-6544-179F-19A0-F9F829D8FD56}"/>
              </a:ext>
            </a:extLst>
          </p:cNvPr>
          <p:cNvSpPr/>
          <p:nvPr/>
        </p:nvSpPr>
        <p:spPr>
          <a:xfrm rot="5400000">
            <a:off x="11350963" y="4745363"/>
            <a:ext cx="163068" cy="868680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lowchart: Process 30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0C5366D9-C058-6E16-2F95-B48322D076B0}"/>
              </a:ext>
            </a:extLst>
          </p:cNvPr>
          <p:cNvSpPr/>
          <p:nvPr/>
        </p:nvSpPr>
        <p:spPr>
          <a:xfrm rot="5400000">
            <a:off x="11350963" y="2913126"/>
            <a:ext cx="163068" cy="868680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7802A1-69FA-43AB-4247-1A1370D36418}"/>
              </a:ext>
            </a:extLst>
          </p:cNvPr>
          <p:cNvSpPr txBox="1"/>
          <p:nvPr/>
        </p:nvSpPr>
        <p:spPr>
          <a:xfrm>
            <a:off x="563500" y="1829412"/>
            <a:ext cx="1856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inecrafter Alt" pitchFamily="2" charset="0"/>
              </a:rPr>
              <a:t>Level 4</a:t>
            </a:r>
            <a:endParaRPr lang="en-PH" sz="2800" b="1" dirty="0">
              <a:solidFill>
                <a:schemeClr val="bg1"/>
              </a:solidFill>
              <a:latin typeface="Minecrafter A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52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2058 -0.01505 C 0.02058 -0.06042 0.04623 -0.09792 0.07826 -0.09792 C 0.10977 -0.09792 0.13594 -0.06042 0.13594 -0.01505 C 0.13594 0.03055 0.1099 0.06736 0.07826 0.06736 C 0.04623 0.06713 0.02058 0.03055 0.02058 -0.01505 Z " pathEditMode="relative" rAng="16200000" ptsTypes="AAAAA">
                                      <p:cBhvr>
                                        <p:cTn id="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8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miley Face 21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5247F9C8-F163-7342-148A-09A649B56897}"/>
              </a:ext>
            </a:extLst>
          </p:cNvPr>
          <p:cNvSpPr/>
          <p:nvPr/>
        </p:nvSpPr>
        <p:spPr>
          <a:xfrm>
            <a:off x="3566160" y="3785616"/>
            <a:ext cx="2642616" cy="1673352"/>
          </a:xfrm>
          <a:prstGeom prst="smileyFac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Pentagon 20">
            <a:hlinkHover r:id="rId2" action="ppaction://hlinksldjump"/>
            <a:extLst>
              <a:ext uri="{FF2B5EF4-FFF2-40B4-BE49-F238E27FC236}">
                <a16:creationId xmlns:a16="http://schemas.microsoft.com/office/drawing/2014/main" id="{2668B3D2-7881-D1C3-DE11-54979D1CF12F}"/>
              </a:ext>
            </a:extLst>
          </p:cNvPr>
          <p:cNvSpPr/>
          <p:nvPr/>
        </p:nvSpPr>
        <p:spPr>
          <a:xfrm>
            <a:off x="237744" y="3193998"/>
            <a:ext cx="502920" cy="355956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Process 26">
            <a:hlinkHover r:id="rId2" action="ppaction://hlinksldjump"/>
            <a:extLst>
              <a:ext uri="{FF2B5EF4-FFF2-40B4-BE49-F238E27FC236}">
                <a16:creationId xmlns:a16="http://schemas.microsoft.com/office/drawing/2014/main" id="{E9042981-E320-4DBA-AE0B-53F5D45B2B19}"/>
              </a:ext>
            </a:extLst>
          </p:cNvPr>
          <p:cNvSpPr/>
          <p:nvPr/>
        </p:nvSpPr>
        <p:spPr>
          <a:xfrm>
            <a:off x="10711923" y="2185416"/>
            <a:ext cx="841248" cy="448056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lowchart: Process 11">
            <a:hlinkHover r:id="rId2" action="ppaction://hlinksldjump"/>
            <a:extLst>
              <a:ext uri="{FF2B5EF4-FFF2-40B4-BE49-F238E27FC236}">
                <a16:creationId xmlns:a16="http://schemas.microsoft.com/office/drawing/2014/main" id="{2CA91763-66C6-B91B-61D7-F579CE50F9D8}"/>
              </a:ext>
            </a:extLst>
          </p:cNvPr>
          <p:cNvSpPr/>
          <p:nvPr/>
        </p:nvSpPr>
        <p:spPr>
          <a:xfrm>
            <a:off x="5051023" y="51816"/>
            <a:ext cx="841248" cy="448056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Process 5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22C158F-1C3D-B32F-F805-1A3F112A8E2D}"/>
              </a:ext>
            </a:extLst>
          </p:cNvPr>
          <p:cNvSpPr/>
          <p:nvPr/>
        </p:nvSpPr>
        <p:spPr>
          <a:xfrm rot="5400000">
            <a:off x="2379969" y="384810"/>
            <a:ext cx="163068" cy="868680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046AF8A8-1A90-53B7-A38A-7E4219494CE8}"/>
              </a:ext>
            </a:extLst>
          </p:cNvPr>
          <p:cNvSpPr/>
          <p:nvPr/>
        </p:nvSpPr>
        <p:spPr>
          <a:xfrm>
            <a:off x="-11430" y="3189"/>
            <a:ext cx="12192000" cy="5360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D9DA532-F8A7-207B-D448-0C534666B145}"/>
              </a:ext>
            </a:extLst>
          </p:cNvPr>
          <p:cNvSpPr/>
          <p:nvPr/>
        </p:nvSpPr>
        <p:spPr>
          <a:xfrm>
            <a:off x="0" y="1261872"/>
            <a:ext cx="3383280" cy="8976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757B7322-9F32-577F-41C7-DB916E41B26E}"/>
              </a:ext>
            </a:extLst>
          </p:cNvPr>
          <p:cNvSpPr/>
          <p:nvPr/>
        </p:nvSpPr>
        <p:spPr>
          <a:xfrm rot="5400000">
            <a:off x="-3085582" y="3053588"/>
            <a:ext cx="6858000" cy="740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844BDB6D-82AD-F0DD-EBBA-D6E515D151B2}"/>
              </a:ext>
            </a:extLst>
          </p:cNvPr>
          <p:cNvSpPr/>
          <p:nvPr/>
        </p:nvSpPr>
        <p:spPr>
          <a:xfrm>
            <a:off x="641604" y="6117336"/>
            <a:ext cx="10742676" cy="740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E9A9871E-5991-EDC3-8EAF-EE9F8EC01C11}"/>
              </a:ext>
            </a:extLst>
          </p:cNvPr>
          <p:cNvSpPr/>
          <p:nvPr/>
        </p:nvSpPr>
        <p:spPr>
          <a:xfrm rot="16200000">
            <a:off x="9395147" y="2881571"/>
            <a:ext cx="4949543" cy="6441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B513933-5962-0410-27D4-074C604D9266}"/>
              </a:ext>
            </a:extLst>
          </p:cNvPr>
          <p:cNvSpPr/>
          <p:nvPr/>
        </p:nvSpPr>
        <p:spPr>
          <a:xfrm>
            <a:off x="3383280" y="1261872"/>
            <a:ext cx="3383280" cy="1188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10783049-5F3A-6E1A-BB7D-3345D498E5EA}"/>
              </a:ext>
            </a:extLst>
          </p:cNvPr>
          <p:cNvSpPr/>
          <p:nvPr/>
        </p:nvSpPr>
        <p:spPr>
          <a:xfrm>
            <a:off x="7882127" y="463820"/>
            <a:ext cx="4309873" cy="21696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Process 15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586441FB-5583-5C90-48F7-CDB101A04FB2}"/>
              </a:ext>
            </a:extLst>
          </p:cNvPr>
          <p:cNvSpPr/>
          <p:nvPr/>
        </p:nvSpPr>
        <p:spPr>
          <a:xfrm rot="5400000">
            <a:off x="7242810" y="1213104"/>
            <a:ext cx="163068" cy="868680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D88E9D77-D0A9-9C29-D9B2-B9A1B071762D}"/>
              </a:ext>
            </a:extLst>
          </p:cNvPr>
          <p:cNvSpPr/>
          <p:nvPr/>
        </p:nvSpPr>
        <p:spPr>
          <a:xfrm>
            <a:off x="7882128" y="1274064"/>
            <a:ext cx="1256783" cy="25115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C380C19D-D186-BC10-DCE9-4DF7B3024855}"/>
              </a:ext>
            </a:extLst>
          </p:cNvPr>
          <p:cNvSpPr/>
          <p:nvPr/>
        </p:nvSpPr>
        <p:spPr>
          <a:xfrm>
            <a:off x="4640063" y="3044952"/>
            <a:ext cx="3383280" cy="740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AF439E24-3E2C-6B09-05C2-B034CFD25B18}"/>
              </a:ext>
            </a:extLst>
          </p:cNvPr>
          <p:cNvSpPr/>
          <p:nvPr/>
        </p:nvSpPr>
        <p:spPr>
          <a:xfrm>
            <a:off x="1874520" y="3044952"/>
            <a:ext cx="3383280" cy="740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0B72B9B-277C-F038-6A50-6C4CE414FD36}"/>
              </a:ext>
            </a:extLst>
          </p:cNvPr>
          <p:cNvSpPr/>
          <p:nvPr/>
        </p:nvSpPr>
        <p:spPr>
          <a:xfrm>
            <a:off x="7758685" y="4319016"/>
            <a:ext cx="3300984" cy="1798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lowchart: Process 23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2837C5C9-7A06-D22E-B52A-654732A7CB0D}"/>
              </a:ext>
            </a:extLst>
          </p:cNvPr>
          <p:cNvSpPr/>
          <p:nvPr/>
        </p:nvSpPr>
        <p:spPr>
          <a:xfrm rot="5400000">
            <a:off x="9784762" y="2714898"/>
            <a:ext cx="191695" cy="1236511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63F09E52-1B6D-2315-B19F-2619B05CB405}"/>
              </a:ext>
            </a:extLst>
          </p:cNvPr>
          <p:cNvSpPr/>
          <p:nvPr/>
        </p:nvSpPr>
        <p:spPr>
          <a:xfrm>
            <a:off x="9507171" y="3957828"/>
            <a:ext cx="1089690" cy="3760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hlinkHover r:id="rId2" action="ppaction://hlinksldjump">
              <a:snd r:embed="rId3" name="explode.wav"/>
            </a:hlinkHover>
            <a:extLst>
              <a:ext uri="{FF2B5EF4-FFF2-40B4-BE49-F238E27FC236}">
                <a16:creationId xmlns:a16="http://schemas.microsoft.com/office/drawing/2014/main" id="{DB213ADD-ED9C-BA92-984B-3321E383E941}"/>
              </a:ext>
            </a:extLst>
          </p:cNvPr>
          <p:cNvSpPr/>
          <p:nvPr/>
        </p:nvSpPr>
        <p:spPr>
          <a:xfrm rot="16200000">
            <a:off x="9592262" y="4258260"/>
            <a:ext cx="4949543" cy="2499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826E7-3012-1AF5-B392-16909012C8F8}"/>
              </a:ext>
            </a:extLst>
          </p:cNvPr>
          <p:cNvSpPr txBox="1"/>
          <p:nvPr/>
        </p:nvSpPr>
        <p:spPr>
          <a:xfrm>
            <a:off x="10108174" y="454443"/>
            <a:ext cx="1902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inecrafter Alt" pitchFamily="2" charset="0"/>
              </a:rPr>
              <a:t>Level 5</a:t>
            </a:r>
            <a:endParaRPr lang="en-PH" sz="2800" b="1" dirty="0">
              <a:solidFill>
                <a:schemeClr val="bg1"/>
              </a:solidFill>
              <a:latin typeface="Minecrafter Alt" pitchFamily="2" charset="0"/>
            </a:endParaRPr>
          </a:p>
        </p:txBody>
      </p:sp>
      <p:pic>
        <p:nvPicPr>
          <p:cNvPr id="4" name="Picture 3">
            <a:hlinkHover r:id="" action="ppaction://hlinkshowjump?jump=nextslide"/>
            <a:extLst>
              <a:ext uri="{FF2B5EF4-FFF2-40B4-BE49-F238E27FC236}">
                <a16:creationId xmlns:a16="http://schemas.microsoft.com/office/drawing/2014/main" id="{4F1755AA-1C08-F194-B2C5-41D8FB689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280" y="6433512"/>
            <a:ext cx="557786" cy="41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7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13 -0.04283 L 0.00013 0.20717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0833 L 0.07891 0.00833 C 0.1142 0.00833 0.15795 0.00416 0.15795 0.00069 L 0.15795 -0.00718 " pathEditMode="relative" rAng="0" ptsTypes="AAAA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91" y="-78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07407E-6 C 0.06901 -4.07407E-6 0.125 0.05602 0.125 0.125 C 0.125 0.19399 0.06901 0.25 -1.25E-6 0.25 C -0.06901 0.25 -0.125 0.19399 -0.125 0.125 C -0.125 0.05602 -0.06901 -4.07407E-6 -1.25E-6 -4.07407E-6 Z " pathEditMode="relative" rAng="0" ptsTypes="AAAAA">
                                      <p:cBhvr>
                                        <p:cTn id="14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0.00972 L -0.00039 0.2449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1" grpId="0" animBg="1"/>
      <p:bldP spid="27" grpId="0" animBg="1"/>
      <p:bldP spid="12" grpId="0" animBg="1"/>
      <p:bldP spid="6" grpId="0" animBg="1"/>
      <p:bldP spid="16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you won">
            <a:hlinkClick r:id="" action="ppaction://media"/>
            <a:extLst>
              <a:ext uri="{FF2B5EF4-FFF2-40B4-BE49-F238E27FC236}">
                <a16:creationId xmlns:a16="http://schemas.microsoft.com/office/drawing/2014/main" id="{A1117B9E-2AA0-F2EC-68C9-78DE2B0174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4839" y="186128"/>
            <a:ext cx="609600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B70293-5337-5DDB-6306-4584F678DA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8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2EE701-B1D7-358C-092D-31DEB4597F7A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176BA4-6C31-5748-F77C-7DD4DEEDA34E}"/>
              </a:ext>
            </a:extLst>
          </p:cNvPr>
          <p:cNvSpPr txBox="1"/>
          <p:nvPr/>
        </p:nvSpPr>
        <p:spPr>
          <a:xfrm>
            <a:off x="1449047" y="1213009"/>
            <a:ext cx="959870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chemeClr val="bg1"/>
                </a:solidFill>
                <a:latin typeface="Minecrafter Alt" pitchFamily="2" charset="0"/>
              </a:rPr>
              <a:t>You won! </a:t>
            </a:r>
            <a:endParaRPr lang="en-PH" sz="13800" b="1" dirty="0">
              <a:solidFill>
                <a:schemeClr val="bg1"/>
              </a:solidFill>
              <a:latin typeface="Minecrafter Alt" pitchFamily="2" charset="0"/>
            </a:endParaRPr>
          </a:p>
        </p:txBody>
      </p:sp>
      <p:sp>
        <p:nvSpPr>
          <p:cNvPr id="5" name="Flowchart: Terminator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271BF07-1D98-9C06-33B1-32C9436DD409}"/>
              </a:ext>
            </a:extLst>
          </p:cNvPr>
          <p:cNvSpPr/>
          <p:nvPr/>
        </p:nvSpPr>
        <p:spPr>
          <a:xfrm>
            <a:off x="3567659" y="3648868"/>
            <a:ext cx="4796853" cy="842079"/>
          </a:xfrm>
          <a:prstGeom prst="flowChartTermina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D46DA56-2A65-5921-DD91-03A7133AC804}"/>
              </a:ext>
            </a:extLst>
          </p:cNvPr>
          <p:cNvSpPr txBox="1"/>
          <p:nvPr/>
        </p:nvSpPr>
        <p:spPr>
          <a:xfrm>
            <a:off x="4147276" y="3777521"/>
            <a:ext cx="3897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inecrafter Alt" pitchFamily="2" charset="0"/>
              </a:rPr>
              <a:t>Back to Start</a:t>
            </a:r>
            <a:endParaRPr lang="en-PH" sz="3200" dirty="0">
              <a:solidFill>
                <a:schemeClr val="bg1"/>
              </a:solidFill>
              <a:latin typeface="Minecrafter A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84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65</Words>
  <Application>Microsoft Office PowerPoint</Application>
  <PresentationFormat>Widescreen</PresentationFormat>
  <Paragraphs>13</Paragraphs>
  <Slides>8</Slides>
  <Notes>2</Notes>
  <HiddenSlides>0</HiddenSlides>
  <MMClips>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Calvin Ulpato</dc:creator>
  <cp:lastModifiedBy>Aeron Christopher Martinez</cp:lastModifiedBy>
  <cp:revision>9</cp:revision>
  <dcterms:created xsi:type="dcterms:W3CDTF">2025-11-12T10:14:26Z</dcterms:created>
  <dcterms:modified xsi:type="dcterms:W3CDTF">2025-11-28T05:14:47Z</dcterms:modified>
</cp:coreProperties>
</file>