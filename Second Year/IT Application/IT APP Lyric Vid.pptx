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8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7" r:id="rId40"/>
    <p:sldId id="298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2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9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3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2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2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6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0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69D7E-ACD3-4F46-A106-607B46E812A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FE011-FDB3-482A-B2D8-0350DBBB3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JVKE - golden hour (Official Lyric Video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3372" y="972918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Golden Hour by </a:t>
            </a:r>
            <a:r>
              <a:rPr lang="en-US" sz="9600" b="1" dirty="0">
                <a:solidFill>
                  <a:schemeClr val="bg1"/>
                </a:solidFill>
                <a:latin typeface="Lucida Calligraphy" panose="03010101010101010101" pitchFamily="66" charset="0"/>
              </a:rPr>
              <a:t>JVKE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6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4500"/>
    </mc:Choice>
    <mc:Fallback xmlns="">
      <p:transition advClick="0" advTm="14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1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It was just two lovers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3164" y="2705725"/>
            <a:ext cx="11401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Sittin</a:t>
            </a:r>
            <a:r>
              <a:rPr lang="en-US" sz="88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in the car, listening to blonde</a:t>
            </a:r>
            <a:endParaRPr lang="en-US" sz="88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700"/>
    </mc:Choice>
    <mc:Fallback xmlns="">
      <p:transition spd="slow" advClick="0" advTm="27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Fallin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for each other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9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Pink and orange skies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7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Feelin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super childish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No Donald Glover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7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"/>
    </mc:Choice>
    <mc:Fallback xmlns="">
      <p:transition spd="slow" advClick="0" advTm="17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Missed call from my mother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1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500"/>
    </mc:Choice>
    <mc:Fallback xmlns="">
      <p:transition spd="slow" advClick="0" advTm="15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Like, “where you at tonight?”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0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"/>
    </mc:Choice>
    <mc:Fallback xmlns="">
      <p:transition spd="slow" advClick="0" advTm="12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301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Got no alibi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8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445381" y="2705725"/>
            <a:ext cx="128661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 was all alone with the love of my life</a:t>
            </a:r>
            <a:endParaRPr lang="en-US" sz="88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500"/>
    </mc:Choice>
    <mc:Fallback xmlns="">
      <p:transition spd="slow" advClick="0" advTm="45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She’s got glitter for skin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3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My  radiant beam in the night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9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500"/>
    </mc:Choice>
    <mc:Fallback xmlns="">
      <p:transition spd="slow" advClick="0" advTm="45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 don’t need no light to see you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2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200"/>
    </mc:Choice>
    <mc:Fallback xmlns="">
      <p:transition spd="slow" advClick="0" advTm="52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37358" y="2644170"/>
            <a:ext cx="80044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Shine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4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800"/>
    </mc:Choice>
    <mc:Fallback xmlns="">
      <p:transition spd="slow" advClick="0" advTm="48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It’s your golden hour (oh)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4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500"/>
    </mc:Choice>
    <mc:Fallback xmlns="">
      <p:transition spd="slow" advClick="0" advTm="85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775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You slow down time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1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300"/>
    </mc:Choice>
    <mc:Fallback xmlns="">
      <p:transition spd="slow" advClick="0" advTm="63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9526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In your golden hour (oh)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3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1000"/>
    </mc:Choice>
    <mc:Fallback xmlns="">
      <p:transition spd="slow" advClick="0" advTm="1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1250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We were just two lovers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0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52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3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Feet up on the dash,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7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Drivin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nowhere fast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5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Burnin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through the summer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6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454621" y="2705725"/>
            <a:ext cx="128661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Radio on blast, make the moment last</a:t>
            </a:r>
            <a:endParaRPr lang="en-US" sz="88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5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3642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She got solar power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300"/>
    </mc:Choice>
    <mc:Fallback xmlns="">
      <p:transition spd="slow" advClick="0" advTm="23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Minuites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 feel like hours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200"/>
    </mc:Choice>
    <mc:Fallback xmlns="">
      <p:transition spd="slow" advClick="0" advTm="22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She knew she was the </a:t>
            </a:r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baddest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5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"/>
    </mc:Choice>
    <mc:Fallback xmlns="">
      <p:transition spd="slow" advClick="0" advTm="9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45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Can you even imagine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"/>
    </mc:Choice>
    <mc:Fallback xmlns="">
      <p:transition spd="slow" advClick="0" advTm="8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2914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Fallin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’ like I did?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9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"/>
    </mc:Choice>
    <mc:Fallback xmlns="">
      <p:transition spd="slow" advClick="0" advTm="17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3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For the love of my life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9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8382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She’s got glow on her face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1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800"/>
    </mc:Choice>
    <mc:Fallback xmlns="">
      <p:transition spd="slow" advClick="0" advTm="28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3642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A glorious look in her eyes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405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My angel of light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528" y="2705725"/>
            <a:ext cx="118602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  was all alone with the love of my life</a:t>
            </a:r>
            <a:endParaRPr lang="en-US" sz="88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2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8590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She’s got glitter for skin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0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"/>
    </mc:Choice>
    <mc:Fallback xmlns="">
      <p:transition spd="slow" advClick="0" advTm="25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197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My radiant </a:t>
            </a:r>
            <a:r>
              <a:rPr lang="en-US" sz="9600" b="1" dirty="0" err="1">
                <a:solidFill>
                  <a:schemeClr val="bg1"/>
                </a:solidFill>
                <a:latin typeface="Edwardian Script ITC" panose="030303020407070D0804" pitchFamily="66" charset="0"/>
              </a:rPr>
              <a:t>beem</a:t>
            </a:r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 in the night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0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500"/>
    </mc:Choice>
    <mc:Fallback xmlns="">
      <p:transition spd="slow" advClick="0" advTm="45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301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 don’t need no light to see you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5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4375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Shine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85727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It’s your golden hour (oh)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500"/>
    </mc:Choice>
    <mc:Fallback xmlns="">
      <p:transition spd="slow" advClick="0" advTm="85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AE67E-F5D4-C8E2-F81B-38CC20FB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7AB330-6087-CE74-950C-521860117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4A961B-51B1-A567-ECBD-61E8226C6C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67CCE-26BE-F99D-D9AB-4AF54856B8FD}"/>
              </a:ext>
            </a:extLst>
          </p:cNvPr>
          <p:cNvSpPr txBox="1"/>
          <p:nvPr/>
        </p:nvSpPr>
        <p:spPr>
          <a:xfrm>
            <a:off x="607758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dwardian Script ITC" panose="030303020407070D0804" pitchFamily="66" charset="0"/>
                <a:ea typeface="+mn-ea"/>
                <a:cs typeface="+mn-cs"/>
              </a:rPr>
              <a:t>You slow down time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alligraphy" panose="03010101010101010101" pitchFamily="66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FB91D-77C0-13A7-3E7D-F83C8B0921BA}"/>
              </a:ext>
            </a:extLst>
          </p:cNvPr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1F9586-BC51-2717-1702-8E8F9323EA44}"/>
              </a:ext>
            </a:extLst>
          </p:cNvPr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89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300"/>
    </mc:Choice>
    <mc:Fallback xmlns="">
      <p:transition spd="slow" advClick="0" advTm="63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1028-54B3-5E61-9485-166F65C0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8FA86B-1D95-5BB7-6059-E3952388E8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1C0D06-4DC1-7B07-D0A8-A3117EA28A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FDE9A-D539-C88F-2F02-665360E686A7}"/>
              </a:ext>
            </a:extLst>
          </p:cNvPr>
          <p:cNvSpPr txBox="1"/>
          <p:nvPr/>
        </p:nvSpPr>
        <p:spPr>
          <a:xfrm>
            <a:off x="779526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In your golden hour (oh)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CC8AC9-AFCE-B716-F247-ED0A62698DC2}"/>
              </a:ext>
            </a:extLst>
          </p:cNvPr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7EAA5-C869-0131-CE20-5FBBF9D7FD35}"/>
              </a:ext>
            </a:extLst>
          </p:cNvPr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6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1000"/>
    </mc:Choice>
    <mc:Fallback xmlns="">
      <p:transition spd="slow" advClick="0" advTm="11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2602" y="2644170"/>
            <a:ext cx="10622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Edwardian Script ITC" panose="030303020407070D0804" pitchFamily="66" charset="0"/>
              </a:rPr>
              <a:t>(Musical)</a:t>
            </a:r>
            <a:endParaRPr lang="en-US" sz="9600" b="1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070922"/>
            <a:ext cx="12192000" cy="787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4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223</Words>
  <Application>Microsoft Office PowerPoint</Application>
  <PresentationFormat>Widescreen</PresentationFormat>
  <Paragraphs>41</Paragraphs>
  <Slides>41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Edwardian Script ITC</vt:lpstr>
      <vt:lpstr>Lucida Calligraphy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PC28</dc:creator>
  <cp:lastModifiedBy>Sabriel Adriel San Agustin</cp:lastModifiedBy>
  <cp:revision>24</cp:revision>
  <dcterms:created xsi:type="dcterms:W3CDTF">2025-11-13T19:07:15Z</dcterms:created>
  <dcterms:modified xsi:type="dcterms:W3CDTF">2025-11-22T02:44:52Z</dcterms:modified>
</cp:coreProperties>
</file>