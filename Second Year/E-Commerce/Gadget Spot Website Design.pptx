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Ex1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</p:sldIdLst>
  <p:sldSz cx="6858000" cy="9906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5" d="100"/>
          <a:sy n="75" d="100"/>
        </p:scale>
        <p:origin x="2774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PH" sz="1100" dirty="0">
                <a:latin typeface="Franklin Gothic Medium" panose="020B0603020102020204" pitchFamily="34" charset="0"/>
              </a:rPr>
              <a:t>Overview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A7-42DF-A3A3-89598BD9CA7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A7-42DF-A3A3-89598BD9CA7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0A7-42DF-A3A3-89598BD9CA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10633016"/>
        <c:axId val="510633736"/>
      </c:lineChart>
      <c:catAx>
        <c:axId val="510633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0633736"/>
        <c:crosses val="autoZero"/>
        <c:auto val="1"/>
        <c:lblAlgn val="ctr"/>
        <c:lblOffset val="100"/>
        <c:noMultiLvlLbl val="0"/>
      </c:catAx>
      <c:valAx>
        <c:axId val="510633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0633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 dirty="0">
                <a:latin typeface="Franklin Gothic Medium" panose="020B0603020102020204" pitchFamily="34" charset="0"/>
              </a:rPr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299-4136-AC9B-7A5535552DA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299-4136-AC9B-7A5535552DA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299-4136-AC9B-7A5535552DA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299-4136-AC9B-7A5535552DAC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FE-4C0E-95D5-DC6D147178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PH" sz="1100" dirty="0">
                <a:latin typeface="Franklin Gothic Medium" panose="020B0603020102020204" pitchFamily="34" charset="0"/>
              </a:rPr>
              <a:t>Products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4C-4D3B-93BE-938F5FE05A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4C-4D3B-93BE-938F5FE05AE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74C-4D3B-93BE-938F5FE05A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30593224"/>
        <c:axId val="530595744"/>
      </c:barChart>
      <c:catAx>
        <c:axId val="530593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0595744"/>
        <c:crosses val="autoZero"/>
        <c:auto val="1"/>
        <c:lblAlgn val="ctr"/>
        <c:lblOffset val="100"/>
        <c:noMultiLvlLbl val="0"/>
      </c:catAx>
      <c:valAx>
        <c:axId val="530595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05932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Leaf 1</cx:pt>
          <cx:pt idx="1">Leaf 2</cx:pt>
          <cx:pt idx="2">Leaf 3</cx:pt>
          <cx:pt idx="3">Leaf 4</cx:pt>
          <cx:pt idx="4">Leaf 5</cx:pt>
          <cx:pt idx="7">Leaf 8</cx:pt>
          <cx:pt idx="9">Leaf 10</cx:pt>
          <cx:pt idx="10">Leaf 11</cx:pt>
          <cx:pt idx="11">Leaf 12</cx:pt>
          <cx:pt idx="12">Leaf 13</cx:pt>
          <cx:pt idx="13">Leaf 14</cx:pt>
          <cx:pt idx="14">Leaf 15</cx:pt>
        </cx:lvl>
        <cx:lvl ptCount="16">
          <cx:pt idx="0">Stem 1</cx:pt>
          <cx:pt idx="1">Stem 1</cx:pt>
          <cx:pt idx="2">Stem 1</cx:pt>
          <cx:pt idx="3">Stem 2</cx:pt>
          <cx:pt idx="4">Stem 2</cx:pt>
          <cx:pt idx="5">Leaf 6</cx:pt>
          <cx:pt idx="6">Leaf 7</cx:pt>
          <cx:pt idx="7">Stem 3</cx:pt>
          <cx:pt idx="8">Leaf 9</cx:pt>
          <cx:pt idx="9">Stem 4</cx:pt>
          <cx:pt idx="10">Stem 4</cx:pt>
          <cx:pt idx="11">Stem 5</cx:pt>
          <cx:pt idx="12">Stem 5</cx:pt>
          <cx:pt idx="13">Stem 6</cx:pt>
          <cx:pt idx="14">Stem 6</cx:pt>
          <cx:pt idx="15">Leaf 16</cx:pt>
        </cx:lvl>
        <cx:lvl ptCount="16">
          <cx:pt idx="0">Branch 1</cx:pt>
          <cx:pt idx="1">Branch 1</cx:pt>
          <cx:pt idx="2">Branch 1</cx:pt>
          <cx:pt idx="3">Branch 1</cx:pt>
          <cx:pt idx="4">Branch 1</cx:pt>
          <cx:pt idx="5">Branch 1</cx:pt>
          <cx:pt idx="6">Branch 1</cx:pt>
          <cx:pt idx="7">Branch 2</cx:pt>
          <cx:pt idx="8">Branch 2</cx:pt>
          <cx:pt idx="9">Branch 2</cx:pt>
          <cx:pt idx="10">Branch 2</cx:pt>
          <cx:pt idx="11">Branch 3</cx:pt>
          <cx:pt idx="12">Branch 3</cx:pt>
          <cx:pt idx="13">Branch 3</cx:pt>
          <cx:pt idx="14">Branch 3</cx:pt>
          <cx:pt idx="15">Branch 3</cx:pt>
        </cx:lvl>
      </cx:strDim>
      <cx:numDim type="size">
        <cx:f>Sheet1!$D$2:$D$17</cx:f>
        <cx:lvl ptCount="16" formatCode="General">
          <cx:pt idx="0">22</cx:pt>
          <cx:pt idx="1">12</cx:pt>
          <cx:pt idx="2">18</cx:pt>
          <cx:pt idx="3">87</cx:pt>
          <cx:pt idx="4">88</cx:pt>
          <cx:pt idx="5">17</cx:pt>
          <cx:pt idx="6">14</cx:pt>
          <cx:pt idx="7">25</cx:pt>
          <cx:pt idx="8">16</cx:pt>
          <cx:pt idx="9">24</cx:pt>
          <cx:pt idx="10">89</cx:pt>
          <cx:pt idx="11">16</cx:pt>
          <cx:pt idx="12">19</cx:pt>
          <cx:pt idx="13">86</cx:pt>
          <cx:pt idx="14">23</cx:pt>
          <cx:pt idx="15">21</cx:pt>
        </cx:lvl>
      </cx:numDim>
    </cx:data>
  </cx:chartData>
  <cx:chart>
    <cx:title pos="t" align="ctr" overlay="0">
      <cx:tx>
        <cx:txData>
          <cx:v>Traffic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100" b="0" i="0" u="none" strike="noStrike" baseline="0" dirty="0">
              <a:solidFill>
                <a:prstClr val="black">
                  <a:lumMod val="65000"/>
                  <a:lumOff val="35000"/>
                </a:prstClr>
              </a:solidFill>
              <a:latin typeface="Franklin Gothic Medium" panose="020B0603020102020204" pitchFamily="34" charset="0"/>
            </a:rPr>
            <a:t>Traffic</a:t>
          </a:r>
        </a:p>
      </cx:txPr>
    </cx:title>
    <cx:plotArea>
      <cx:plotAreaRegion>
        <cx:series layoutId="sunburst" uniqueId="{55C3D134-6BC3-4BCA-8905-025C030F34EC}">
          <cx:tx>
            <cx:txData>
              <cx:f>Sheet1!$D$1</cx:f>
              <cx:v>Series1</cx:v>
            </cx:txData>
          </cx:tx>
          <cx:dataLabels pos="ctr">
            <cx:visibility seriesName="0" categoryName="1" value="0"/>
          </cx:dataLabels>
          <cx:dataId val="0"/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8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42322-256E-43FE-BE2F-D994801F09B8}" type="datetimeFigureOut">
              <a:rPr lang="en-PH" smtClean="0"/>
              <a:t>13/02/2026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F386FF-9BF5-41B1-A0D3-64AA8068CC8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28784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700C7-F87F-4F40-9F4B-C565473F4062}" type="datetimeFigureOut">
              <a:rPr lang="en-PH" smtClean="0"/>
              <a:t>13/02/2026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1E91F-1124-469E-B1BD-3364AD81AD9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12681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700C7-F87F-4F40-9F4B-C565473F4062}" type="datetimeFigureOut">
              <a:rPr lang="en-PH" smtClean="0"/>
              <a:t>13/02/2026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1E91F-1124-469E-B1BD-3364AD81AD9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66723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700C7-F87F-4F40-9F4B-C565473F4062}" type="datetimeFigureOut">
              <a:rPr lang="en-PH" smtClean="0"/>
              <a:t>13/02/2026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1E91F-1124-469E-B1BD-3364AD81AD9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62739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700C7-F87F-4F40-9F4B-C565473F4062}" type="datetimeFigureOut">
              <a:rPr lang="en-PH" smtClean="0"/>
              <a:t>13/02/2026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1E91F-1124-469E-B1BD-3364AD81AD9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12333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700C7-F87F-4F40-9F4B-C565473F4062}" type="datetimeFigureOut">
              <a:rPr lang="en-PH" smtClean="0"/>
              <a:t>13/02/2026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1E91F-1124-469E-B1BD-3364AD81AD9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1901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700C7-F87F-4F40-9F4B-C565473F4062}" type="datetimeFigureOut">
              <a:rPr lang="en-PH" smtClean="0"/>
              <a:t>13/02/2026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1E91F-1124-469E-B1BD-3364AD81AD9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47144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700C7-F87F-4F40-9F4B-C565473F4062}" type="datetimeFigureOut">
              <a:rPr lang="en-PH" smtClean="0"/>
              <a:t>13/02/2026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1E91F-1124-469E-B1BD-3364AD81AD9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13574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700C7-F87F-4F40-9F4B-C565473F4062}" type="datetimeFigureOut">
              <a:rPr lang="en-PH" smtClean="0"/>
              <a:t>13/02/2026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1E91F-1124-469E-B1BD-3364AD81AD9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93072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700C7-F87F-4F40-9F4B-C565473F4062}" type="datetimeFigureOut">
              <a:rPr lang="en-PH" smtClean="0"/>
              <a:t>13/02/2026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1E91F-1124-469E-B1BD-3364AD81AD9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21634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700C7-F87F-4F40-9F4B-C565473F4062}" type="datetimeFigureOut">
              <a:rPr lang="en-PH" smtClean="0"/>
              <a:t>13/02/2026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1E91F-1124-469E-B1BD-3364AD81AD9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01599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700C7-F87F-4F40-9F4B-C565473F4062}" type="datetimeFigureOut">
              <a:rPr lang="en-PH" smtClean="0"/>
              <a:t>13/02/2026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1E91F-1124-469E-B1BD-3364AD81AD9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26549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3700C7-F87F-4F40-9F4B-C565473F4062}" type="datetimeFigureOut">
              <a:rPr lang="en-PH" smtClean="0"/>
              <a:t>13/02/2026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D1E91F-1124-469E-B1BD-3364AD81AD9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92442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audio" Target="../media/audio1.wav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0.png"/><Relationship Id="rId18" Type="http://schemas.openxmlformats.org/officeDocument/2006/relationships/slide" Target="slide4.xml"/><Relationship Id="rId26" Type="http://schemas.openxmlformats.org/officeDocument/2006/relationships/slide" Target="slide10.xml"/><Relationship Id="rId39" Type="http://schemas.openxmlformats.org/officeDocument/2006/relationships/image" Target="../media/image23.png"/><Relationship Id="rId3" Type="http://schemas.openxmlformats.org/officeDocument/2006/relationships/image" Target="../media/image4.png"/><Relationship Id="rId21" Type="http://schemas.openxmlformats.org/officeDocument/2006/relationships/image" Target="../media/image14.png"/><Relationship Id="rId34" Type="http://schemas.openxmlformats.org/officeDocument/2006/relationships/slide" Target="slide16.xml"/><Relationship Id="rId42" Type="http://schemas.openxmlformats.org/officeDocument/2006/relationships/image" Target="../media/image25.jpeg"/><Relationship Id="rId7" Type="http://schemas.openxmlformats.org/officeDocument/2006/relationships/image" Target="../media/image6.png"/><Relationship Id="rId12" Type="http://schemas.openxmlformats.org/officeDocument/2006/relationships/slide" Target="slide3.xm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0.png"/><Relationship Id="rId38" Type="http://schemas.openxmlformats.org/officeDocument/2006/relationships/slide" Target="slide12.xml"/><Relationship Id="rId46" Type="http://schemas.openxmlformats.org/officeDocument/2006/relationships/image" Target="../media/image28.png"/><Relationship Id="rId2" Type="http://schemas.openxmlformats.org/officeDocument/2006/relationships/image" Target="../media/image1.png"/><Relationship Id="rId16" Type="http://schemas.openxmlformats.org/officeDocument/2006/relationships/slide" Target="slide5.xml"/><Relationship Id="rId20" Type="http://schemas.openxmlformats.org/officeDocument/2006/relationships/slide" Target="slide7.xml"/><Relationship Id="rId29" Type="http://schemas.openxmlformats.org/officeDocument/2006/relationships/image" Target="../media/image18.png"/><Relationship Id="rId41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1.wav"/><Relationship Id="rId11" Type="http://schemas.openxmlformats.org/officeDocument/2006/relationships/image" Target="../media/image9.png"/><Relationship Id="rId24" Type="http://schemas.openxmlformats.org/officeDocument/2006/relationships/slide" Target="slide9.xml"/><Relationship Id="rId32" Type="http://schemas.openxmlformats.org/officeDocument/2006/relationships/slide" Target="slide15.xml"/><Relationship Id="rId37" Type="http://schemas.openxmlformats.org/officeDocument/2006/relationships/image" Target="../media/image22.png"/><Relationship Id="rId40" Type="http://schemas.openxmlformats.org/officeDocument/2006/relationships/image" Target="../media/image2.png"/><Relationship Id="rId45" Type="http://schemas.openxmlformats.org/officeDocument/2006/relationships/slide" Target="slide19.xml"/><Relationship Id="rId5" Type="http://schemas.openxmlformats.org/officeDocument/2006/relationships/slide" Target="slide17.xm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slide" Target="slide13.xml"/><Relationship Id="rId36" Type="http://schemas.openxmlformats.org/officeDocument/2006/relationships/slide" Target="slide11.xml"/><Relationship Id="rId10" Type="http://schemas.openxmlformats.org/officeDocument/2006/relationships/slide" Target="slide21.xml"/><Relationship Id="rId19" Type="http://schemas.openxmlformats.org/officeDocument/2006/relationships/image" Target="../media/image13.png"/><Relationship Id="rId31" Type="http://schemas.openxmlformats.org/officeDocument/2006/relationships/image" Target="../media/image19.png"/><Relationship Id="rId44" Type="http://schemas.openxmlformats.org/officeDocument/2006/relationships/image" Target="../media/image27.png"/><Relationship Id="rId4" Type="http://schemas.openxmlformats.org/officeDocument/2006/relationships/image" Target="../media/image5.jpg"/><Relationship Id="rId9" Type="http://schemas.openxmlformats.org/officeDocument/2006/relationships/image" Target="../media/image8.png"/><Relationship Id="rId14" Type="http://schemas.openxmlformats.org/officeDocument/2006/relationships/slide" Target="slide6.xml"/><Relationship Id="rId22" Type="http://schemas.openxmlformats.org/officeDocument/2006/relationships/slide" Target="slide8.xml"/><Relationship Id="rId27" Type="http://schemas.openxmlformats.org/officeDocument/2006/relationships/image" Target="../media/image17.png"/><Relationship Id="rId30" Type="http://schemas.openxmlformats.org/officeDocument/2006/relationships/slide" Target="slide14.xml"/><Relationship Id="rId35" Type="http://schemas.openxmlformats.org/officeDocument/2006/relationships/image" Target="../media/image21.png"/><Relationship Id="rId43" Type="http://schemas.openxmlformats.org/officeDocument/2006/relationships/image" Target="../media/image26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26" Type="http://schemas.openxmlformats.org/officeDocument/2006/relationships/image" Target="../media/image42.jpeg"/><Relationship Id="rId3" Type="http://schemas.openxmlformats.org/officeDocument/2006/relationships/image" Target="../media/image4.png"/><Relationship Id="rId21" Type="http://schemas.openxmlformats.org/officeDocument/2006/relationships/image" Target="../media/image37.jpeg"/><Relationship Id="rId7" Type="http://schemas.openxmlformats.org/officeDocument/2006/relationships/image" Target="../media/image7.png"/><Relationship Id="rId12" Type="http://schemas.openxmlformats.org/officeDocument/2006/relationships/slide" Target="slide2.xml"/><Relationship Id="rId17" Type="http://schemas.openxmlformats.org/officeDocument/2006/relationships/image" Target="../media/image33.jpeg"/><Relationship Id="rId25" Type="http://schemas.openxmlformats.org/officeDocument/2006/relationships/image" Target="../media/image41.jpeg"/><Relationship Id="rId2" Type="http://schemas.openxmlformats.org/officeDocument/2006/relationships/image" Target="../media/image1.png"/><Relationship Id="rId16" Type="http://schemas.openxmlformats.org/officeDocument/2006/relationships/image" Target="../media/image32.png"/><Relationship Id="rId20" Type="http://schemas.openxmlformats.org/officeDocument/2006/relationships/image" Target="../media/image36.jpeg"/><Relationship Id="rId29" Type="http://schemas.openxmlformats.org/officeDocument/2006/relationships/image" Target="../media/image4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24" Type="http://schemas.openxmlformats.org/officeDocument/2006/relationships/image" Target="../media/image40.jpeg"/><Relationship Id="rId5" Type="http://schemas.openxmlformats.org/officeDocument/2006/relationships/audio" Target="../media/audio1.wav"/><Relationship Id="rId15" Type="http://schemas.openxmlformats.org/officeDocument/2006/relationships/image" Target="../media/image31.jpeg"/><Relationship Id="rId23" Type="http://schemas.openxmlformats.org/officeDocument/2006/relationships/image" Target="../media/image39.jpeg"/><Relationship Id="rId28" Type="http://schemas.openxmlformats.org/officeDocument/2006/relationships/image" Target="../media/image44.jpeg"/><Relationship Id="rId10" Type="http://schemas.openxmlformats.org/officeDocument/2006/relationships/image" Target="../media/image9.png"/><Relationship Id="rId19" Type="http://schemas.openxmlformats.org/officeDocument/2006/relationships/image" Target="../media/image35.jpeg"/><Relationship Id="rId4" Type="http://schemas.openxmlformats.org/officeDocument/2006/relationships/slide" Target="slide17.xml"/><Relationship Id="rId9" Type="http://schemas.openxmlformats.org/officeDocument/2006/relationships/slide" Target="slide21.xml"/><Relationship Id="rId14" Type="http://schemas.openxmlformats.org/officeDocument/2006/relationships/image" Target="../media/image30.png"/><Relationship Id="rId22" Type="http://schemas.openxmlformats.org/officeDocument/2006/relationships/image" Target="../media/image38.jpeg"/><Relationship Id="rId27" Type="http://schemas.openxmlformats.org/officeDocument/2006/relationships/image" Target="../media/image4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46.jpeg"/><Relationship Id="rId18" Type="http://schemas.openxmlformats.org/officeDocument/2006/relationships/image" Target="../media/image51.png"/><Relationship Id="rId26" Type="http://schemas.openxmlformats.org/officeDocument/2006/relationships/image" Target="../media/image59.jpeg"/><Relationship Id="rId3" Type="http://schemas.openxmlformats.org/officeDocument/2006/relationships/image" Target="../media/image4.png"/><Relationship Id="rId21" Type="http://schemas.openxmlformats.org/officeDocument/2006/relationships/image" Target="../media/image54.jpeg"/><Relationship Id="rId7" Type="http://schemas.openxmlformats.org/officeDocument/2006/relationships/image" Target="../media/image7.png"/><Relationship Id="rId12" Type="http://schemas.openxmlformats.org/officeDocument/2006/relationships/slide" Target="slide2.xml"/><Relationship Id="rId17" Type="http://schemas.openxmlformats.org/officeDocument/2006/relationships/image" Target="../media/image50.jpeg"/><Relationship Id="rId25" Type="http://schemas.openxmlformats.org/officeDocument/2006/relationships/image" Target="../media/image58.png"/><Relationship Id="rId2" Type="http://schemas.openxmlformats.org/officeDocument/2006/relationships/image" Target="../media/image1.png"/><Relationship Id="rId16" Type="http://schemas.openxmlformats.org/officeDocument/2006/relationships/image" Target="../media/image49.png"/><Relationship Id="rId20" Type="http://schemas.openxmlformats.org/officeDocument/2006/relationships/image" Target="../media/image5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24" Type="http://schemas.openxmlformats.org/officeDocument/2006/relationships/image" Target="../media/image57.png"/><Relationship Id="rId5" Type="http://schemas.openxmlformats.org/officeDocument/2006/relationships/audio" Target="../media/audio1.wav"/><Relationship Id="rId15" Type="http://schemas.openxmlformats.org/officeDocument/2006/relationships/image" Target="../media/image48.jpeg"/><Relationship Id="rId23" Type="http://schemas.openxmlformats.org/officeDocument/2006/relationships/image" Target="../media/image56.jpeg"/><Relationship Id="rId10" Type="http://schemas.openxmlformats.org/officeDocument/2006/relationships/image" Target="../media/image9.png"/><Relationship Id="rId19" Type="http://schemas.openxmlformats.org/officeDocument/2006/relationships/image" Target="../media/image52.png"/><Relationship Id="rId4" Type="http://schemas.openxmlformats.org/officeDocument/2006/relationships/slide" Target="slide17.xml"/><Relationship Id="rId9" Type="http://schemas.openxmlformats.org/officeDocument/2006/relationships/slide" Target="slide21.xml"/><Relationship Id="rId14" Type="http://schemas.openxmlformats.org/officeDocument/2006/relationships/image" Target="../media/image47.jpeg"/><Relationship Id="rId22" Type="http://schemas.openxmlformats.org/officeDocument/2006/relationships/image" Target="../media/image5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60.jpeg"/><Relationship Id="rId18" Type="http://schemas.openxmlformats.org/officeDocument/2006/relationships/image" Target="../media/image65.png"/><Relationship Id="rId3" Type="http://schemas.openxmlformats.org/officeDocument/2006/relationships/image" Target="../media/image4.png"/><Relationship Id="rId21" Type="http://schemas.openxmlformats.org/officeDocument/2006/relationships/image" Target="../media/image68.jpeg"/><Relationship Id="rId7" Type="http://schemas.openxmlformats.org/officeDocument/2006/relationships/image" Target="../media/image7.png"/><Relationship Id="rId12" Type="http://schemas.openxmlformats.org/officeDocument/2006/relationships/slide" Target="slide2.xml"/><Relationship Id="rId17" Type="http://schemas.openxmlformats.org/officeDocument/2006/relationships/image" Target="../media/image64.png"/><Relationship Id="rId2" Type="http://schemas.openxmlformats.org/officeDocument/2006/relationships/image" Target="../media/image1.png"/><Relationship Id="rId16" Type="http://schemas.openxmlformats.org/officeDocument/2006/relationships/image" Target="../media/image63.jpe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24" Type="http://schemas.openxmlformats.org/officeDocument/2006/relationships/image" Target="../media/image71.jpeg"/><Relationship Id="rId5" Type="http://schemas.openxmlformats.org/officeDocument/2006/relationships/audio" Target="../media/audio1.wav"/><Relationship Id="rId15" Type="http://schemas.openxmlformats.org/officeDocument/2006/relationships/image" Target="../media/image62.jpeg"/><Relationship Id="rId23" Type="http://schemas.openxmlformats.org/officeDocument/2006/relationships/image" Target="../media/image70.png"/><Relationship Id="rId10" Type="http://schemas.openxmlformats.org/officeDocument/2006/relationships/image" Target="../media/image9.png"/><Relationship Id="rId19" Type="http://schemas.openxmlformats.org/officeDocument/2006/relationships/image" Target="../media/image66.jpeg"/><Relationship Id="rId4" Type="http://schemas.openxmlformats.org/officeDocument/2006/relationships/slide" Target="slide17.xml"/><Relationship Id="rId9" Type="http://schemas.openxmlformats.org/officeDocument/2006/relationships/slide" Target="slide21.xml"/><Relationship Id="rId14" Type="http://schemas.openxmlformats.org/officeDocument/2006/relationships/image" Target="../media/image61.jpeg"/><Relationship Id="rId22" Type="http://schemas.openxmlformats.org/officeDocument/2006/relationships/image" Target="../media/image69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72.png"/><Relationship Id="rId18" Type="http://schemas.openxmlformats.org/officeDocument/2006/relationships/image" Target="../media/image77.png"/><Relationship Id="rId26" Type="http://schemas.openxmlformats.org/officeDocument/2006/relationships/image" Target="../media/image85.jpeg"/><Relationship Id="rId3" Type="http://schemas.openxmlformats.org/officeDocument/2006/relationships/image" Target="../media/image4.png"/><Relationship Id="rId21" Type="http://schemas.openxmlformats.org/officeDocument/2006/relationships/image" Target="../media/image80.jpeg"/><Relationship Id="rId7" Type="http://schemas.openxmlformats.org/officeDocument/2006/relationships/image" Target="../media/image7.png"/><Relationship Id="rId12" Type="http://schemas.openxmlformats.org/officeDocument/2006/relationships/slide" Target="slide2.xml"/><Relationship Id="rId17" Type="http://schemas.openxmlformats.org/officeDocument/2006/relationships/image" Target="../media/image76.png"/><Relationship Id="rId25" Type="http://schemas.openxmlformats.org/officeDocument/2006/relationships/image" Target="../media/image84.jpeg"/><Relationship Id="rId2" Type="http://schemas.openxmlformats.org/officeDocument/2006/relationships/image" Target="../media/image1.png"/><Relationship Id="rId16" Type="http://schemas.openxmlformats.org/officeDocument/2006/relationships/image" Target="../media/image75.jpeg"/><Relationship Id="rId20" Type="http://schemas.openxmlformats.org/officeDocument/2006/relationships/image" Target="../media/image79.jpeg"/><Relationship Id="rId29" Type="http://schemas.openxmlformats.org/officeDocument/2006/relationships/image" Target="../media/image8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24" Type="http://schemas.openxmlformats.org/officeDocument/2006/relationships/image" Target="../media/image83.jpeg"/><Relationship Id="rId5" Type="http://schemas.openxmlformats.org/officeDocument/2006/relationships/audio" Target="../media/audio1.wav"/><Relationship Id="rId15" Type="http://schemas.openxmlformats.org/officeDocument/2006/relationships/image" Target="../media/image74.jpeg"/><Relationship Id="rId23" Type="http://schemas.openxmlformats.org/officeDocument/2006/relationships/image" Target="../media/image82.jpeg"/><Relationship Id="rId28" Type="http://schemas.openxmlformats.org/officeDocument/2006/relationships/image" Target="../media/image87.jpeg"/><Relationship Id="rId10" Type="http://schemas.openxmlformats.org/officeDocument/2006/relationships/image" Target="../media/image9.png"/><Relationship Id="rId19" Type="http://schemas.openxmlformats.org/officeDocument/2006/relationships/image" Target="../media/image78.jpeg"/><Relationship Id="rId31" Type="http://schemas.openxmlformats.org/officeDocument/2006/relationships/image" Target="../media/image90.jpeg"/><Relationship Id="rId4" Type="http://schemas.openxmlformats.org/officeDocument/2006/relationships/slide" Target="slide17.xml"/><Relationship Id="rId9" Type="http://schemas.openxmlformats.org/officeDocument/2006/relationships/slide" Target="slide21.xml"/><Relationship Id="rId14" Type="http://schemas.openxmlformats.org/officeDocument/2006/relationships/image" Target="../media/image73.png"/><Relationship Id="rId22" Type="http://schemas.openxmlformats.org/officeDocument/2006/relationships/image" Target="../media/image81.jpeg"/><Relationship Id="rId27" Type="http://schemas.openxmlformats.org/officeDocument/2006/relationships/image" Target="../media/image86.jpeg"/><Relationship Id="rId30" Type="http://schemas.openxmlformats.org/officeDocument/2006/relationships/image" Target="../media/image89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91.png"/><Relationship Id="rId18" Type="http://schemas.openxmlformats.org/officeDocument/2006/relationships/image" Target="../media/image96.png"/><Relationship Id="rId3" Type="http://schemas.openxmlformats.org/officeDocument/2006/relationships/image" Target="../media/image4.png"/><Relationship Id="rId21" Type="http://schemas.openxmlformats.org/officeDocument/2006/relationships/image" Target="../media/image98.jpeg"/><Relationship Id="rId7" Type="http://schemas.openxmlformats.org/officeDocument/2006/relationships/image" Target="../media/image7.png"/><Relationship Id="rId12" Type="http://schemas.openxmlformats.org/officeDocument/2006/relationships/slide" Target="slide2.xml"/><Relationship Id="rId17" Type="http://schemas.openxmlformats.org/officeDocument/2006/relationships/image" Target="../media/image95.jpeg"/><Relationship Id="rId2" Type="http://schemas.openxmlformats.org/officeDocument/2006/relationships/image" Target="../media/image1.png"/><Relationship Id="rId16" Type="http://schemas.openxmlformats.org/officeDocument/2006/relationships/image" Target="../media/image94.png"/><Relationship Id="rId20" Type="http://schemas.openxmlformats.org/officeDocument/2006/relationships/image" Target="../media/image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5" Type="http://schemas.openxmlformats.org/officeDocument/2006/relationships/audio" Target="../media/audio1.wav"/><Relationship Id="rId15" Type="http://schemas.openxmlformats.org/officeDocument/2006/relationships/image" Target="../media/image93.png"/><Relationship Id="rId10" Type="http://schemas.openxmlformats.org/officeDocument/2006/relationships/image" Target="../media/image9.png"/><Relationship Id="rId19" Type="http://schemas.microsoft.com/office/2007/relationships/hdphoto" Target="../media/hdphoto1.wdp"/><Relationship Id="rId4" Type="http://schemas.openxmlformats.org/officeDocument/2006/relationships/slide" Target="slide17.xml"/><Relationship Id="rId9" Type="http://schemas.openxmlformats.org/officeDocument/2006/relationships/slide" Target="slide21.xml"/><Relationship Id="rId14" Type="http://schemas.openxmlformats.org/officeDocument/2006/relationships/image" Target="../media/image92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99.jpeg"/><Relationship Id="rId18" Type="http://schemas.openxmlformats.org/officeDocument/2006/relationships/image" Target="../media/image104.jpeg"/><Relationship Id="rId26" Type="http://schemas.openxmlformats.org/officeDocument/2006/relationships/image" Target="../media/image112.jpeg"/><Relationship Id="rId3" Type="http://schemas.openxmlformats.org/officeDocument/2006/relationships/image" Target="../media/image4.png"/><Relationship Id="rId21" Type="http://schemas.openxmlformats.org/officeDocument/2006/relationships/image" Target="../media/image107.jpeg"/><Relationship Id="rId7" Type="http://schemas.openxmlformats.org/officeDocument/2006/relationships/image" Target="../media/image7.png"/><Relationship Id="rId12" Type="http://schemas.openxmlformats.org/officeDocument/2006/relationships/slide" Target="slide2.xml"/><Relationship Id="rId17" Type="http://schemas.openxmlformats.org/officeDocument/2006/relationships/image" Target="../media/image103.png"/><Relationship Id="rId25" Type="http://schemas.openxmlformats.org/officeDocument/2006/relationships/image" Target="../media/image111.jpeg"/><Relationship Id="rId2" Type="http://schemas.openxmlformats.org/officeDocument/2006/relationships/image" Target="../media/image1.png"/><Relationship Id="rId16" Type="http://schemas.openxmlformats.org/officeDocument/2006/relationships/image" Target="../media/image102.jpeg"/><Relationship Id="rId20" Type="http://schemas.openxmlformats.org/officeDocument/2006/relationships/image" Target="../media/image106.png"/><Relationship Id="rId29" Type="http://schemas.openxmlformats.org/officeDocument/2006/relationships/image" Target="../media/image11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24" Type="http://schemas.openxmlformats.org/officeDocument/2006/relationships/image" Target="../media/image110.jpeg"/><Relationship Id="rId5" Type="http://schemas.openxmlformats.org/officeDocument/2006/relationships/audio" Target="../media/audio1.wav"/><Relationship Id="rId15" Type="http://schemas.openxmlformats.org/officeDocument/2006/relationships/image" Target="../media/image101.jpeg"/><Relationship Id="rId23" Type="http://schemas.openxmlformats.org/officeDocument/2006/relationships/image" Target="../media/image109.jpeg"/><Relationship Id="rId28" Type="http://schemas.openxmlformats.org/officeDocument/2006/relationships/image" Target="../media/image114.png"/><Relationship Id="rId10" Type="http://schemas.openxmlformats.org/officeDocument/2006/relationships/image" Target="../media/image9.png"/><Relationship Id="rId19" Type="http://schemas.openxmlformats.org/officeDocument/2006/relationships/image" Target="../media/image105.jpeg"/><Relationship Id="rId31" Type="http://schemas.openxmlformats.org/officeDocument/2006/relationships/image" Target="../media/image117.jpeg"/><Relationship Id="rId4" Type="http://schemas.openxmlformats.org/officeDocument/2006/relationships/slide" Target="slide17.xml"/><Relationship Id="rId9" Type="http://schemas.openxmlformats.org/officeDocument/2006/relationships/slide" Target="slide21.xml"/><Relationship Id="rId14" Type="http://schemas.openxmlformats.org/officeDocument/2006/relationships/image" Target="../media/image100.jpeg"/><Relationship Id="rId22" Type="http://schemas.openxmlformats.org/officeDocument/2006/relationships/image" Target="../media/image108.jpeg"/><Relationship Id="rId27" Type="http://schemas.openxmlformats.org/officeDocument/2006/relationships/image" Target="../media/image113.jpeg"/><Relationship Id="rId30" Type="http://schemas.openxmlformats.org/officeDocument/2006/relationships/image" Target="../media/image116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8.jpe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slide" Target="slide2.xml"/><Relationship Id="rId17" Type="http://schemas.openxmlformats.org/officeDocument/2006/relationships/image" Target="../media/image122.jpeg"/><Relationship Id="rId2" Type="http://schemas.openxmlformats.org/officeDocument/2006/relationships/image" Target="../media/image1.png"/><Relationship Id="rId16" Type="http://schemas.openxmlformats.org/officeDocument/2006/relationships/image" Target="../media/image1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5" Type="http://schemas.openxmlformats.org/officeDocument/2006/relationships/audio" Target="../media/audio1.wav"/><Relationship Id="rId15" Type="http://schemas.openxmlformats.org/officeDocument/2006/relationships/image" Target="../media/image120.png"/><Relationship Id="rId10" Type="http://schemas.openxmlformats.org/officeDocument/2006/relationships/image" Target="../media/image9.png"/><Relationship Id="rId4" Type="http://schemas.openxmlformats.org/officeDocument/2006/relationships/slide" Target="slide17.xml"/><Relationship Id="rId9" Type="http://schemas.openxmlformats.org/officeDocument/2006/relationships/slide" Target="slide21.xml"/><Relationship Id="rId14" Type="http://schemas.openxmlformats.org/officeDocument/2006/relationships/image" Target="../media/image1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3.png"/><Relationship Id="rId18" Type="http://schemas.openxmlformats.org/officeDocument/2006/relationships/image" Target="../media/image128.jpeg"/><Relationship Id="rId3" Type="http://schemas.openxmlformats.org/officeDocument/2006/relationships/image" Target="../media/image4.png"/><Relationship Id="rId21" Type="http://schemas.openxmlformats.org/officeDocument/2006/relationships/image" Target="../media/image131.png"/><Relationship Id="rId7" Type="http://schemas.openxmlformats.org/officeDocument/2006/relationships/image" Target="../media/image7.png"/><Relationship Id="rId12" Type="http://schemas.openxmlformats.org/officeDocument/2006/relationships/slide" Target="slide2.xml"/><Relationship Id="rId17" Type="http://schemas.openxmlformats.org/officeDocument/2006/relationships/image" Target="../media/image127.png"/><Relationship Id="rId2" Type="http://schemas.openxmlformats.org/officeDocument/2006/relationships/image" Target="../media/image1.png"/><Relationship Id="rId16" Type="http://schemas.openxmlformats.org/officeDocument/2006/relationships/image" Target="../media/image126.png"/><Relationship Id="rId20" Type="http://schemas.openxmlformats.org/officeDocument/2006/relationships/image" Target="../media/image1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5" Type="http://schemas.openxmlformats.org/officeDocument/2006/relationships/audio" Target="../media/audio1.wav"/><Relationship Id="rId15" Type="http://schemas.openxmlformats.org/officeDocument/2006/relationships/image" Target="../media/image125.png"/><Relationship Id="rId23" Type="http://schemas.openxmlformats.org/officeDocument/2006/relationships/image" Target="../media/image133.jpeg"/><Relationship Id="rId10" Type="http://schemas.openxmlformats.org/officeDocument/2006/relationships/image" Target="../media/image9.png"/><Relationship Id="rId19" Type="http://schemas.openxmlformats.org/officeDocument/2006/relationships/image" Target="../media/image129.png"/><Relationship Id="rId4" Type="http://schemas.openxmlformats.org/officeDocument/2006/relationships/slide" Target="slide17.xml"/><Relationship Id="rId9" Type="http://schemas.openxmlformats.org/officeDocument/2006/relationships/slide" Target="slide21.xml"/><Relationship Id="rId14" Type="http://schemas.openxmlformats.org/officeDocument/2006/relationships/image" Target="../media/image124.png"/><Relationship Id="rId22" Type="http://schemas.openxmlformats.org/officeDocument/2006/relationships/image" Target="../media/image132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4.jpeg"/><Relationship Id="rId18" Type="http://schemas.openxmlformats.org/officeDocument/2006/relationships/image" Target="../media/image139.png"/><Relationship Id="rId26" Type="http://schemas.openxmlformats.org/officeDocument/2006/relationships/image" Target="../media/image147.jpeg"/><Relationship Id="rId3" Type="http://schemas.openxmlformats.org/officeDocument/2006/relationships/image" Target="../media/image4.png"/><Relationship Id="rId21" Type="http://schemas.openxmlformats.org/officeDocument/2006/relationships/image" Target="../media/image142.png"/><Relationship Id="rId7" Type="http://schemas.openxmlformats.org/officeDocument/2006/relationships/image" Target="../media/image7.png"/><Relationship Id="rId12" Type="http://schemas.openxmlformats.org/officeDocument/2006/relationships/slide" Target="slide2.xml"/><Relationship Id="rId17" Type="http://schemas.openxmlformats.org/officeDocument/2006/relationships/image" Target="../media/image138.jpeg"/><Relationship Id="rId25" Type="http://schemas.openxmlformats.org/officeDocument/2006/relationships/image" Target="../media/image146.png"/><Relationship Id="rId2" Type="http://schemas.openxmlformats.org/officeDocument/2006/relationships/image" Target="../media/image1.png"/><Relationship Id="rId16" Type="http://schemas.openxmlformats.org/officeDocument/2006/relationships/image" Target="../media/image137.jpeg"/><Relationship Id="rId20" Type="http://schemas.openxmlformats.org/officeDocument/2006/relationships/image" Target="../media/image141.jpeg"/><Relationship Id="rId29" Type="http://schemas.openxmlformats.org/officeDocument/2006/relationships/image" Target="../media/image15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24" Type="http://schemas.openxmlformats.org/officeDocument/2006/relationships/image" Target="../media/image145.jpeg"/><Relationship Id="rId32" Type="http://schemas.openxmlformats.org/officeDocument/2006/relationships/image" Target="../media/image153.png"/><Relationship Id="rId5" Type="http://schemas.openxmlformats.org/officeDocument/2006/relationships/audio" Target="../media/audio1.wav"/><Relationship Id="rId15" Type="http://schemas.openxmlformats.org/officeDocument/2006/relationships/image" Target="../media/image136.jpeg"/><Relationship Id="rId23" Type="http://schemas.openxmlformats.org/officeDocument/2006/relationships/image" Target="../media/image144.jpeg"/><Relationship Id="rId28" Type="http://schemas.openxmlformats.org/officeDocument/2006/relationships/image" Target="../media/image149.png"/><Relationship Id="rId10" Type="http://schemas.openxmlformats.org/officeDocument/2006/relationships/image" Target="../media/image9.png"/><Relationship Id="rId19" Type="http://schemas.openxmlformats.org/officeDocument/2006/relationships/image" Target="../media/image140.png"/><Relationship Id="rId31" Type="http://schemas.openxmlformats.org/officeDocument/2006/relationships/image" Target="../media/image152.png"/><Relationship Id="rId4" Type="http://schemas.openxmlformats.org/officeDocument/2006/relationships/slide" Target="slide17.xml"/><Relationship Id="rId9" Type="http://schemas.openxmlformats.org/officeDocument/2006/relationships/slide" Target="slide21.xml"/><Relationship Id="rId14" Type="http://schemas.openxmlformats.org/officeDocument/2006/relationships/image" Target="../media/image135.jpeg"/><Relationship Id="rId22" Type="http://schemas.openxmlformats.org/officeDocument/2006/relationships/image" Target="../media/image143.jpeg"/><Relationship Id="rId27" Type="http://schemas.openxmlformats.org/officeDocument/2006/relationships/image" Target="../media/image148.jpeg"/><Relationship Id="rId30" Type="http://schemas.openxmlformats.org/officeDocument/2006/relationships/image" Target="../media/image151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54.jpeg"/><Relationship Id="rId18" Type="http://schemas.openxmlformats.org/officeDocument/2006/relationships/image" Target="../media/image159.png"/><Relationship Id="rId26" Type="http://schemas.openxmlformats.org/officeDocument/2006/relationships/image" Target="../media/image167.png"/><Relationship Id="rId3" Type="http://schemas.openxmlformats.org/officeDocument/2006/relationships/image" Target="../media/image4.png"/><Relationship Id="rId21" Type="http://schemas.openxmlformats.org/officeDocument/2006/relationships/image" Target="../media/image162.png"/><Relationship Id="rId7" Type="http://schemas.openxmlformats.org/officeDocument/2006/relationships/image" Target="../media/image7.png"/><Relationship Id="rId12" Type="http://schemas.openxmlformats.org/officeDocument/2006/relationships/slide" Target="slide2.xml"/><Relationship Id="rId17" Type="http://schemas.openxmlformats.org/officeDocument/2006/relationships/image" Target="../media/image158.jpeg"/><Relationship Id="rId25" Type="http://schemas.openxmlformats.org/officeDocument/2006/relationships/image" Target="../media/image166.png"/><Relationship Id="rId2" Type="http://schemas.openxmlformats.org/officeDocument/2006/relationships/image" Target="../media/image1.png"/><Relationship Id="rId16" Type="http://schemas.openxmlformats.org/officeDocument/2006/relationships/image" Target="../media/image157.jpeg"/><Relationship Id="rId20" Type="http://schemas.openxmlformats.org/officeDocument/2006/relationships/image" Target="../media/image16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24" Type="http://schemas.openxmlformats.org/officeDocument/2006/relationships/image" Target="../media/image165.png"/><Relationship Id="rId5" Type="http://schemas.openxmlformats.org/officeDocument/2006/relationships/audio" Target="../media/audio1.wav"/><Relationship Id="rId15" Type="http://schemas.openxmlformats.org/officeDocument/2006/relationships/image" Target="../media/image156.jpeg"/><Relationship Id="rId23" Type="http://schemas.openxmlformats.org/officeDocument/2006/relationships/image" Target="../media/image164.png"/><Relationship Id="rId10" Type="http://schemas.openxmlformats.org/officeDocument/2006/relationships/image" Target="../media/image9.png"/><Relationship Id="rId19" Type="http://schemas.openxmlformats.org/officeDocument/2006/relationships/image" Target="../media/image160.png"/><Relationship Id="rId4" Type="http://schemas.openxmlformats.org/officeDocument/2006/relationships/slide" Target="slide17.xml"/><Relationship Id="rId9" Type="http://schemas.openxmlformats.org/officeDocument/2006/relationships/slide" Target="slide21.xml"/><Relationship Id="rId14" Type="http://schemas.openxmlformats.org/officeDocument/2006/relationships/image" Target="../media/image155.jpeg"/><Relationship Id="rId22" Type="http://schemas.openxmlformats.org/officeDocument/2006/relationships/image" Target="../media/image163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68.jpeg"/><Relationship Id="rId18" Type="http://schemas.openxmlformats.org/officeDocument/2006/relationships/image" Target="../media/image173.jpeg"/><Relationship Id="rId26" Type="http://schemas.openxmlformats.org/officeDocument/2006/relationships/image" Target="../media/image181.png"/><Relationship Id="rId3" Type="http://schemas.openxmlformats.org/officeDocument/2006/relationships/image" Target="../media/image4.png"/><Relationship Id="rId21" Type="http://schemas.openxmlformats.org/officeDocument/2006/relationships/image" Target="../media/image176.jpeg"/><Relationship Id="rId7" Type="http://schemas.openxmlformats.org/officeDocument/2006/relationships/image" Target="../media/image7.png"/><Relationship Id="rId12" Type="http://schemas.openxmlformats.org/officeDocument/2006/relationships/slide" Target="slide2.xml"/><Relationship Id="rId17" Type="http://schemas.openxmlformats.org/officeDocument/2006/relationships/image" Target="../media/image172.jpeg"/><Relationship Id="rId25" Type="http://schemas.openxmlformats.org/officeDocument/2006/relationships/image" Target="../media/image180.jpeg"/><Relationship Id="rId2" Type="http://schemas.openxmlformats.org/officeDocument/2006/relationships/image" Target="../media/image1.png"/><Relationship Id="rId16" Type="http://schemas.openxmlformats.org/officeDocument/2006/relationships/image" Target="../media/image171.jpeg"/><Relationship Id="rId20" Type="http://schemas.openxmlformats.org/officeDocument/2006/relationships/image" Target="../media/image175.jpeg"/><Relationship Id="rId29" Type="http://schemas.openxmlformats.org/officeDocument/2006/relationships/image" Target="../media/image18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24" Type="http://schemas.openxmlformats.org/officeDocument/2006/relationships/image" Target="../media/image179.jpeg"/><Relationship Id="rId32" Type="http://schemas.openxmlformats.org/officeDocument/2006/relationships/image" Target="../media/image187.png"/><Relationship Id="rId5" Type="http://schemas.openxmlformats.org/officeDocument/2006/relationships/audio" Target="../media/audio1.wav"/><Relationship Id="rId15" Type="http://schemas.openxmlformats.org/officeDocument/2006/relationships/image" Target="../media/image170.jpeg"/><Relationship Id="rId23" Type="http://schemas.openxmlformats.org/officeDocument/2006/relationships/image" Target="../media/image178.jpeg"/><Relationship Id="rId28" Type="http://schemas.openxmlformats.org/officeDocument/2006/relationships/image" Target="../media/image183.png"/><Relationship Id="rId10" Type="http://schemas.openxmlformats.org/officeDocument/2006/relationships/image" Target="../media/image9.png"/><Relationship Id="rId19" Type="http://schemas.openxmlformats.org/officeDocument/2006/relationships/image" Target="../media/image174.jpeg"/><Relationship Id="rId31" Type="http://schemas.openxmlformats.org/officeDocument/2006/relationships/image" Target="../media/image186.png"/><Relationship Id="rId4" Type="http://schemas.openxmlformats.org/officeDocument/2006/relationships/slide" Target="slide17.xml"/><Relationship Id="rId9" Type="http://schemas.openxmlformats.org/officeDocument/2006/relationships/slide" Target="slide21.xml"/><Relationship Id="rId14" Type="http://schemas.openxmlformats.org/officeDocument/2006/relationships/image" Target="../media/image169.jpeg"/><Relationship Id="rId22" Type="http://schemas.openxmlformats.org/officeDocument/2006/relationships/image" Target="../media/image177.jpeg"/><Relationship Id="rId27" Type="http://schemas.openxmlformats.org/officeDocument/2006/relationships/image" Target="../media/image182.jpeg"/><Relationship Id="rId30" Type="http://schemas.openxmlformats.org/officeDocument/2006/relationships/image" Target="../media/image185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88.jpeg"/><Relationship Id="rId18" Type="http://schemas.openxmlformats.org/officeDocument/2006/relationships/image" Target="../media/image193.jpeg"/><Relationship Id="rId26" Type="http://schemas.openxmlformats.org/officeDocument/2006/relationships/image" Target="../media/image201.png"/><Relationship Id="rId3" Type="http://schemas.openxmlformats.org/officeDocument/2006/relationships/image" Target="../media/image4.png"/><Relationship Id="rId21" Type="http://schemas.openxmlformats.org/officeDocument/2006/relationships/image" Target="../media/image196.png"/><Relationship Id="rId7" Type="http://schemas.openxmlformats.org/officeDocument/2006/relationships/image" Target="../media/image7.png"/><Relationship Id="rId12" Type="http://schemas.openxmlformats.org/officeDocument/2006/relationships/slide" Target="slide2.xml"/><Relationship Id="rId17" Type="http://schemas.openxmlformats.org/officeDocument/2006/relationships/image" Target="../media/image192.png"/><Relationship Id="rId25" Type="http://schemas.openxmlformats.org/officeDocument/2006/relationships/image" Target="../media/image200.png"/><Relationship Id="rId2" Type="http://schemas.openxmlformats.org/officeDocument/2006/relationships/image" Target="../media/image1.png"/><Relationship Id="rId16" Type="http://schemas.openxmlformats.org/officeDocument/2006/relationships/image" Target="../media/image191.jpeg"/><Relationship Id="rId20" Type="http://schemas.openxmlformats.org/officeDocument/2006/relationships/image" Target="../media/image1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24" Type="http://schemas.openxmlformats.org/officeDocument/2006/relationships/image" Target="../media/image199.png"/><Relationship Id="rId5" Type="http://schemas.openxmlformats.org/officeDocument/2006/relationships/audio" Target="../media/audio1.wav"/><Relationship Id="rId15" Type="http://schemas.openxmlformats.org/officeDocument/2006/relationships/image" Target="../media/image190.jpeg"/><Relationship Id="rId23" Type="http://schemas.openxmlformats.org/officeDocument/2006/relationships/image" Target="../media/image198.png"/><Relationship Id="rId10" Type="http://schemas.openxmlformats.org/officeDocument/2006/relationships/image" Target="../media/image9.png"/><Relationship Id="rId19" Type="http://schemas.openxmlformats.org/officeDocument/2006/relationships/image" Target="../media/image194.png"/><Relationship Id="rId4" Type="http://schemas.openxmlformats.org/officeDocument/2006/relationships/slide" Target="slide17.xml"/><Relationship Id="rId9" Type="http://schemas.openxmlformats.org/officeDocument/2006/relationships/slide" Target="slide21.xml"/><Relationship Id="rId14" Type="http://schemas.openxmlformats.org/officeDocument/2006/relationships/image" Target="../media/image189.jpeg"/><Relationship Id="rId22" Type="http://schemas.openxmlformats.org/officeDocument/2006/relationships/image" Target="../media/image19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02.jpeg"/><Relationship Id="rId18" Type="http://schemas.openxmlformats.org/officeDocument/2006/relationships/image" Target="../media/image207.jpe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slide" Target="slide2.xml"/><Relationship Id="rId17" Type="http://schemas.openxmlformats.org/officeDocument/2006/relationships/image" Target="../media/image206.jpeg"/><Relationship Id="rId2" Type="http://schemas.openxmlformats.org/officeDocument/2006/relationships/image" Target="../media/image1.png"/><Relationship Id="rId16" Type="http://schemas.openxmlformats.org/officeDocument/2006/relationships/image" Target="../media/image20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5" Type="http://schemas.openxmlformats.org/officeDocument/2006/relationships/audio" Target="../media/audio1.wav"/><Relationship Id="rId15" Type="http://schemas.openxmlformats.org/officeDocument/2006/relationships/image" Target="../media/image204.jpeg"/><Relationship Id="rId10" Type="http://schemas.openxmlformats.org/officeDocument/2006/relationships/image" Target="../media/image9.png"/><Relationship Id="rId4" Type="http://schemas.openxmlformats.org/officeDocument/2006/relationships/slide" Target="slide17.xml"/><Relationship Id="rId9" Type="http://schemas.openxmlformats.org/officeDocument/2006/relationships/slide" Target="slide21.xml"/><Relationship Id="rId14" Type="http://schemas.openxmlformats.org/officeDocument/2006/relationships/image" Target="../media/image203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0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slide" Target="slide2.xml"/><Relationship Id="rId17" Type="http://schemas.openxmlformats.org/officeDocument/2006/relationships/image" Target="../media/image212.jpeg"/><Relationship Id="rId2" Type="http://schemas.openxmlformats.org/officeDocument/2006/relationships/image" Target="../media/image1.png"/><Relationship Id="rId16" Type="http://schemas.openxmlformats.org/officeDocument/2006/relationships/image" Target="../media/image2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5" Type="http://schemas.openxmlformats.org/officeDocument/2006/relationships/audio" Target="../media/audio1.wav"/><Relationship Id="rId15" Type="http://schemas.openxmlformats.org/officeDocument/2006/relationships/image" Target="../media/image210.jpeg"/><Relationship Id="rId10" Type="http://schemas.openxmlformats.org/officeDocument/2006/relationships/image" Target="../media/image9.png"/><Relationship Id="rId4" Type="http://schemas.openxmlformats.org/officeDocument/2006/relationships/slide" Target="slide17.xml"/><Relationship Id="rId9" Type="http://schemas.openxmlformats.org/officeDocument/2006/relationships/slide" Target="slide21.xml"/><Relationship Id="rId14" Type="http://schemas.openxmlformats.org/officeDocument/2006/relationships/image" Target="../media/image209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18.xml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213.png"/><Relationship Id="rId17" Type="http://schemas.openxmlformats.org/officeDocument/2006/relationships/image" Target="../media/image216.jpeg"/><Relationship Id="rId2" Type="http://schemas.openxmlformats.org/officeDocument/2006/relationships/image" Target="../media/image1.png"/><Relationship Id="rId16" Type="http://schemas.openxmlformats.org/officeDocument/2006/relationships/image" Target="../media/image2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5" Type="http://schemas.openxmlformats.org/officeDocument/2006/relationships/audio" Target="../media/audio1.wav"/><Relationship Id="rId15" Type="http://schemas.openxmlformats.org/officeDocument/2006/relationships/image" Target="../media/image214.png"/><Relationship Id="rId10" Type="http://schemas.openxmlformats.org/officeDocument/2006/relationships/image" Target="../media/image9.png"/><Relationship Id="rId4" Type="http://schemas.openxmlformats.org/officeDocument/2006/relationships/slide" Target="slide17.xml"/><Relationship Id="rId9" Type="http://schemas.openxmlformats.org/officeDocument/2006/relationships/slide" Target="slide21.xml"/><Relationship Id="rId14" Type="http://schemas.openxmlformats.org/officeDocument/2006/relationships/slide" Target="slide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13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5" Type="http://schemas.openxmlformats.org/officeDocument/2006/relationships/audio" Target="../media/audio1.wav"/><Relationship Id="rId10" Type="http://schemas.openxmlformats.org/officeDocument/2006/relationships/image" Target="../media/image9.png"/><Relationship Id="rId4" Type="http://schemas.openxmlformats.org/officeDocument/2006/relationships/slide" Target="slide17.xml"/><Relationship Id="rId9" Type="http://schemas.openxmlformats.org/officeDocument/2006/relationships/slide" Target="slide2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17.png"/><Relationship Id="rId18" Type="http://schemas.openxmlformats.org/officeDocument/2006/relationships/image" Target="../media/image220.jpe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slide" Target="slide2.xml"/><Relationship Id="rId17" Type="http://schemas.openxmlformats.org/officeDocument/2006/relationships/image" Target="../media/image219.jpeg"/><Relationship Id="rId2" Type="http://schemas.openxmlformats.org/officeDocument/2006/relationships/image" Target="../media/image1.png"/><Relationship Id="rId16" Type="http://schemas.openxmlformats.org/officeDocument/2006/relationships/image" Target="../media/image218.jpeg"/><Relationship Id="rId20" Type="http://schemas.openxmlformats.org/officeDocument/2006/relationships/image" Target="../media/image22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5" Type="http://schemas.openxmlformats.org/officeDocument/2006/relationships/audio" Target="../media/audio1.wav"/><Relationship Id="rId15" Type="http://schemas.openxmlformats.org/officeDocument/2006/relationships/slide" Target="slide20.xml"/><Relationship Id="rId10" Type="http://schemas.openxmlformats.org/officeDocument/2006/relationships/image" Target="../media/image9.png"/><Relationship Id="rId19" Type="http://schemas.openxmlformats.org/officeDocument/2006/relationships/image" Target="../media/image221.jpeg"/><Relationship Id="rId4" Type="http://schemas.openxmlformats.org/officeDocument/2006/relationships/slide" Target="slide17.xml"/><Relationship Id="rId9" Type="http://schemas.openxmlformats.org/officeDocument/2006/relationships/slide" Target="slide21.xml"/><Relationship Id="rId14" Type="http://schemas.microsoft.com/office/2007/relationships/hdphoto" Target="../media/hdphoto2.wdp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18.jpeg"/><Relationship Id="rId18" Type="http://schemas.openxmlformats.org/officeDocument/2006/relationships/image" Target="../media/image223.jpeg"/><Relationship Id="rId3" Type="http://schemas.openxmlformats.org/officeDocument/2006/relationships/image" Target="../media/image4.png"/><Relationship Id="rId21" Type="http://schemas.openxmlformats.org/officeDocument/2006/relationships/image" Target="../media/image226.jpeg"/><Relationship Id="rId7" Type="http://schemas.openxmlformats.org/officeDocument/2006/relationships/image" Target="../media/image7.png"/><Relationship Id="rId12" Type="http://schemas.openxmlformats.org/officeDocument/2006/relationships/slide" Target="slide19.xml"/><Relationship Id="rId17" Type="http://schemas.openxmlformats.org/officeDocument/2006/relationships/image" Target="../media/image222.jpeg"/><Relationship Id="rId25" Type="http://schemas.openxmlformats.org/officeDocument/2006/relationships/image" Target="../media/image230.jpeg"/><Relationship Id="rId2" Type="http://schemas.openxmlformats.org/officeDocument/2006/relationships/image" Target="../media/image1.png"/><Relationship Id="rId16" Type="http://schemas.openxmlformats.org/officeDocument/2006/relationships/image" Target="../media/image221.jpeg"/><Relationship Id="rId20" Type="http://schemas.openxmlformats.org/officeDocument/2006/relationships/image" Target="../media/image22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24" Type="http://schemas.openxmlformats.org/officeDocument/2006/relationships/image" Target="../media/image229.jpeg"/><Relationship Id="rId5" Type="http://schemas.openxmlformats.org/officeDocument/2006/relationships/audio" Target="../media/audio1.wav"/><Relationship Id="rId15" Type="http://schemas.openxmlformats.org/officeDocument/2006/relationships/image" Target="../media/image220.jpeg"/><Relationship Id="rId23" Type="http://schemas.openxmlformats.org/officeDocument/2006/relationships/image" Target="../media/image228.jpeg"/><Relationship Id="rId10" Type="http://schemas.openxmlformats.org/officeDocument/2006/relationships/image" Target="../media/image9.png"/><Relationship Id="rId19" Type="http://schemas.openxmlformats.org/officeDocument/2006/relationships/image" Target="../media/image224.jpeg"/><Relationship Id="rId4" Type="http://schemas.openxmlformats.org/officeDocument/2006/relationships/slide" Target="slide17.xml"/><Relationship Id="rId9" Type="http://schemas.openxmlformats.org/officeDocument/2006/relationships/slide" Target="slide21.xml"/><Relationship Id="rId14" Type="http://schemas.openxmlformats.org/officeDocument/2006/relationships/image" Target="../media/image219.jpeg"/><Relationship Id="rId22" Type="http://schemas.openxmlformats.org/officeDocument/2006/relationships/image" Target="../media/image227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slide" Target="slide2.xml"/><Relationship Id="rId18" Type="http://schemas.openxmlformats.org/officeDocument/2006/relationships/image" Target="../media/image236.png"/><Relationship Id="rId26" Type="http://schemas.openxmlformats.org/officeDocument/2006/relationships/image" Target="../media/image244.jpeg"/><Relationship Id="rId3" Type="http://schemas.openxmlformats.org/officeDocument/2006/relationships/image" Target="../media/image1.png"/><Relationship Id="rId21" Type="http://schemas.openxmlformats.org/officeDocument/2006/relationships/image" Target="../media/image239.png"/><Relationship Id="rId7" Type="http://schemas.openxmlformats.org/officeDocument/2006/relationships/image" Target="../media/image6.png"/><Relationship Id="rId12" Type="http://schemas.openxmlformats.org/officeDocument/2006/relationships/image" Target="../media/image2.png"/><Relationship Id="rId17" Type="http://schemas.openxmlformats.org/officeDocument/2006/relationships/image" Target="../media/image235.png"/><Relationship Id="rId25" Type="http://schemas.openxmlformats.org/officeDocument/2006/relationships/image" Target="../media/image243.jpeg"/><Relationship Id="rId2" Type="http://schemas.openxmlformats.org/officeDocument/2006/relationships/image" Target="../media/image231.png"/><Relationship Id="rId16" Type="http://schemas.openxmlformats.org/officeDocument/2006/relationships/image" Target="../media/image234.png"/><Relationship Id="rId20" Type="http://schemas.openxmlformats.org/officeDocument/2006/relationships/image" Target="../media/image238.png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1.wav"/><Relationship Id="rId11" Type="http://schemas.openxmlformats.org/officeDocument/2006/relationships/image" Target="../media/image9.png"/><Relationship Id="rId24" Type="http://schemas.openxmlformats.org/officeDocument/2006/relationships/image" Target="../media/image242.png"/><Relationship Id="rId5" Type="http://schemas.openxmlformats.org/officeDocument/2006/relationships/slide" Target="slide17.xml"/><Relationship Id="rId15" Type="http://schemas.openxmlformats.org/officeDocument/2006/relationships/image" Target="../media/image233.png"/><Relationship Id="rId23" Type="http://schemas.openxmlformats.org/officeDocument/2006/relationships/image" Target="../media/image241.png"/><Relationship Id="rId28" Type="http://schemas.openxmlformats.org/officeDocument/2006/relationships/image" Target="../media/image246.jpeg"/><Relationship Id="rId10" Type="http://schemas.openxmlformats.org/officeDocument/2006/relationships/slide" Target="slide21.xml"/><Relationship Id="rId19" Type="http://schemas.openxmlformats.org/officeDocument/2006/relationships/image" Target="../media/image237.pn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4" Type="http://schemas.openxmlformats.org/officeDocument/2006/relationships/image" Target="../media/image232.jpeg"/><Relationship Id="rId22" Type="http://schemas.openxmlformats.org/officeDocument/2006/relationships/image" Target="../media/image240.png"/><Relationship Id="rId27" Type="http://schemas.openxmlformats.org/officeDocument/2006/relationships/image" Target="../media/image245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chart" Target="../charts/chart1.xml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slide" Target="slide2.xml"/><Relationship Id="rId17" Type="http://schemas.openxmlformats.org/officeDocument/2006/relationships/chart" Target="../charts/chart3.xml"/><Relationship Id="rId2" Type="http://schemas.openxmlformats.org/officeDocument/2006/relationships/image" Target="../media/image1.png"/><Relationship Id="rId16" Type="http://schemas.openxmlformats.org/officeDocument/2006/relationships/image" Target="../media/image2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5" Type="http://schemas.openxmlformats.org/officeDocument/2006/relationships/audio" Target="../media/audio1.wav"/><Relationship Id="rId15" Type="http://schemas.microsoft.com/office/2014/relationships/chartEx" Target="../charts/chartEx1.xml"/><Relationship Id="rId10" Type="http://schemas.openxmlformats.org/officeDocument/2006/relationships/image" Target="../media/image9.png"/><Relationship Id="rId4" Type="http://schemas.openxmlformats.org/officeDocument/2006/relationships/slide" Target="slide17.xml"/><Relationship Id="rId9" Type="http://schemas.openxmlformats.org/officeDocument/2006/relationships/slide" Target="slide21.xml"/><Relationship Id="rId1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45143" y="-36286"/>
            <a:ext cx="7191829" cy="533400"/>
          </a:xfrm>
          <a:prstGeom prst="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63" y="-151610"/>
            <a:ext cx="777776" cy="777776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-72571" y="8284021"/>
            <a:ext cx="7010400" cy="1999349"/>
          </a:xfrm>
          <a:prstGeom prst="round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516" y="8261864"/>
            <a:ext cx="1668550" cy="1668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581D38-5FDD-68B5-94A0-030984A2EFBF}"/>
              </a:ext>
            </a:extLst>
          </p:cNvPr>
          <p:cNvSpPr txBox="1"/>
          <p:nvPr/>
        </p:nvSpPr>
        <p:spPr>
          <a:xfrm>
            <a:off x="678266" y="8505808"/>
            <a:ext cx="1318813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CUSTOMER SERVICE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Cancellation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Delivery</a:t>
            </a:r>
          </a:p>
          <a:p>
            <a:r>
              <a:rPr lang="en-PH" sz="600" dirty="0">
                <a:solidFill>
                  <a:schemeClr val="bg1"/>
                </a:solidFill>
              </a:rPr>
              <a:t>Order Verification</a:t>
            </a:r>
          </a:p>
          <a:p>
            <a:r>
              <a:rPr lang="en-PH" sz="600" dirty="0">
                <a:solidFill>
                  <a:schemeClr val="bg1"/>
                </a:solidFill>
              </a:rPr>
              <a:t>Payment 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Privacy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Terms and Conditions</a:t>
            </a:r>
          </a:p>
          <a:p>
            <a:r>
              <a:rPr lang="en-PH" sz="600" dirty="0">
                <a:solidFill>
                  <a:schemeClr val="bg1"/>
                </a:solidFill>
              </a:rPr>
              <a:t>Warranty</a:t>
            </a:r>
            <a:endParaRPr lang="en-PH" sz="11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3F9492-644C-6C03-5D1A-5E7A2D986753}"/>
              </a:ext>
            </a:extLst>
          </p:cNvPr>
          <p:cNvSpPr txBox="1"/>
          <p:nvPr/>
        </p:nvSpPr>
        <p:spPr>
          <a:xfrm>
            <a:off x="1996061" y="8505808"/>
            <a:ext cx="1318813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COMPANY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Careers</a:t>
            </a:r>
          </a:p>
          <a:p>
            <a:r>
              <a:rPr lang="en-PH" sz="600" dirty="0">
                <a:solidFill>
                  <a:schemeClr val="bg1"/>
                </a:solidFill>
              </a:rPr>
              <a:t>Contact Us</a:t>
            </a:r>
          </a:p>
          <a:p>
            <a:r>
              <a:rPr lang="en-PH" sz="600" dirty="0">
                <a:solidFill>
                  <a:schemeClr val="bg1"/>
                </a:solidFill>
              </a:rPr>
              <a:t>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News and Articles</a:t>
            </a:r>
          </a:p>
          <a:p>
            <a:r>
              <a:rPr lang="en-PH" sz="600" dirty="0">
                <a:solidFill>
                  <a:schemeClr val="bg1"/>
                </a:solidFill>
              </a:rPr>
              <a:t>Our Company</a:t>
            </a:r>
          </a:p>
          <a:p>
            <a:r>
              <a:rPr lang="en-PH" sz="600" dirty="0">
                <a:solidFill>
                  <a:schemeClr val="bg1"/>
                </a:solidFill>
              </a:rPr>
              <a:t>Reviews</a:t>
            </a:r>
          </a:p>
          <a:p>
            <a:r>
              <a:rPr lang="en-PH" sz="600" dirty="0">
                <a:solidFill>
                  <a:schemeClr val="bg1"/>
                </a:solidFill>
              </a:rPr>
              <a:t>Store Locations</a:t>
            </a:r>
            <a:endParaRPr lang="en-PH" sz="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F7BD10-5E82-B82A-027C-0AD57174B412}"/>
              </a:ext>
            </a:extLst>
          </p:cNvPr>
          <p:cNvSpPr txBox="1"/>
          <p:nvPr/>
        </p:nvSpPr>
        <p:spPr>
          <a:xfrm>
            <a:off x="3000937" y="8508634"/>
            <a:ext cx="131881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LINKS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Gadget Spot Corporate</a:t>
            </a:r>
          </a:p>
          <a:p>
            <a:r>
              <a:rPr lang="en-PH" sz="600" dirty="0">
                <a:solidFill>
                  <a:schemeClr val="bg1"/>
                </a:solidFill>
              </a:rPr>
              <a:t>Gadget Spot Community</a:t>
            </a:r>
          </a:p>
          <a:p>
            <a:r>
              <a:rPr lang="en-PH" sz="600" dirty="0">
                <a:solidFill>
                  <a:schemeClr val="bg1"/>
                </a:solidFill>
              </a:rPr>
              <a:t>Lazada Official Store</a:t>
            </a:r>
          </a:p>
          <a:p>
            <a:r>
              <a:rPr lang="en-PH" sz="600" dirty="0">
                <a:solidFill>
                  <a:schemeClr val="bg1"/>
                </a:solidFill>
              </a:rPr>
              <a:t>Shopee Official Store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694A61-6E8D-D3F9-BFC7-4D1D31E6DEBE}"/>
              </a:ext>
            </a:extLst>
          </p:cNvPr>
          <p:cNvSpPr/>
          <p:nvPr/>
        </p:nvSpPr>
        <p:spPr>
          <a:xfrm>
            <a:off x="1046843" y="1133927"/>
            <a:ext cx="4764314" cy="318770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11A1CD-5FA3-3F1A-FDE1-05F8B0D187AD}"/>
              </a:ext>
            </a:extLst>
          </p:cNvPr>
          <p:cNvSpPr txBox="1"/>
          <p:nvPr/>
        </p:nvSpPr>
        <p:spPr>
          <a:xfrm>
            <a:off x="2808861" y="9712247"/>
            <a:ext cx="1362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50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©2026 Gadget SPOT. ALL RIGHTS RESERVED</a:t>
            </a:r>
            <a:endParaRPr lang="en-PH" sz="5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6A957C-E0AF-5006-D101-96EA14DC97EE}"/>
              </a:ext>
            </a:extLst>
          </p:cNvPr>
          <p:cNvSpPr txBox="1"/>
          <p:nvPr/>
        </p:nvSpPr>
        <p:spPr>
          <a:xfrm>
            <a:off x="5409239" y="95142"/>
            <a:ext cx="6400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12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LOG IN</a:t>
            </a:r>
          </a:p>
        </p:txBody>
      </p:sp>
      <p:sp>
        <p:nvSpPr>
          <p:cNvPr id="20" name="Rectangle: Rounded Corners 19">
            <a:hlinkClick r:id="rId4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D686FF57-0AF4-E395-8B94-CEB43D807E27}"/>
              </a:ext>
            </a:extLst>
          </p:cNvPr>
          <p:cNvSpPr/>
          <p:nvPr/>
        </p:nvSpPr>
        <p:spPr>
          <a:xfrm>
            <a:off x="1666693" y="3418113"/>
            <a:ext cx="3524614" cy="324933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latin typeface="Franklin Gothic Medium" panose="020B0603020102020204" pitchFamily="34" charset="0"/>
              </a:rPr>
              <a:t>Log In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E819750-A8EE-7A28-7ECD-BE5A5C273A60}"/>
              </a:ext>
            </a:extLst>
          </p:cNvPr>
          <p:cNvSpPr/>
          <p:nvPr/>
        </p:nvSpPr>
        <p:spPr>
          <a:xfrm>
            <a:off x="1666690" y="1897636"/>
            <a:ext cx="3524615" cy="3410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100" dirty="0">
                <a:solidFill>
                  <a:schemeClr val="bg2">
                    <a:lumMod val="75000"/>
                  </a:schemeClr>
                </a:solidFill>
              </a:rPr>
              <a:t>example@gmail.com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C8E8290-20D8-8E35-C491-88A79B68DA91}"/>
              </a:ext>
            </a:extLst>
          </p:cNvPr>
          <p:cNvSpPr/>
          <p:nvPr/>
        </p:nvSpPr>
        <p:spPr>
          <a:xfrm>
            <a:off x="1666690" y="2557860"/>
            <a:ext cx="3524615" cy="3410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100" dirty="0">
                <a:solidFill>
                  <a:schemeClr val="bg2">
                    <a:lumMod val="75000"/>
                  </a:schemeClr>
                </a:solidFill>
              </a:rPr>
              <a:t>password123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1034E8-7AEA-F97D-4FF7-C84495998496}"/>
              </a:ext>
            </a:extLst>
          </p:cNvPr>
          <p:cNvSpPr txBox="1"/>
          <p:nvPr/>
        </p:nvSpPr>
        <p:spPr>
          <a:xfrm>
            <a:off x="4319750" y="2957599"/>
            <a:ext cx="9428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800" b="1" u="sng" dirty="0"/>
              <a:t>Forgot Password?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F10821-3E9D-D9D9-DA96-798A29CF6A33}"/>
              </a:ext>
            </a:extLst>
          </p:cNvPr>
          <p:cNvSpPr txBox="1"/>
          <p:nvPr/>
        </p:nvSpPr>
        <p:spPr>
          <a:xfrm>
            <a:off x="1604997" y="1616815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1200" b="1" dirty="0"/>
              <a:t>Email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21E3C5-B447-7D9F-EE04-9DC4F9C31087}"/>
              </a:ext>
            </a:extLst>
          </p:cNvPr>
          <p:cNvSpPr txBox="1"/>
          <p:nvPr/>
        </p:nvSpPr>
        <p:spPr>
          <a:xfrm>
            <a:off x="1604997" y="2280861"/>
            <a:ext cx="793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Password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46DCE2-051E-B02F-D29C-F00D278221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174" y="5085337"/>
            <a:ext cx="4483100" cy="2471000"/>
          </a:xfrm>
          <a:prstGeom prst="rect">
            <a:avLst/>
          </a:prstGeom>
        </p:spPr>
      </p:pic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FE68F97F-2954-C865-7867-DE54119FCF9B}"/>
              </a:ext>
            </a:extLst>
          </p:cNvPr>
          <p:cNvSpPr/>
          <p:nvPr/>
        </p:nvSpPr>
        <p:spPr>
          <a:xfrm>
            <a:off x="5582555" y="4929415"/>
            <a:ext cx="315686" cy="315686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BA9A26-9E46-7A23-F376-2EED72C05895}"/>
              </a:ext>
            </a:extLst>
          </p:cNvPr>
          <p:cNvSpPr/>
          <p:nvPr/>
        </p:nvSpPr>
        <p:spPr>
          <a:xfrm>
            <a:off x="4959532" y="5199017"/>
            <a:ext cx="589408" cy="24383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i="1" dirty="0">
                <a:solidFill>
                  <a:schemeClr val="bg1"/>
                </a:solidFill>
                <a:latin typeface="Franklin Gothic Heavy" panose="020B0903020102020204" pitchFamily="34" charset="0"/>
              </a:rPr>
              <a:t>ADS</a:t>
            </a:r>
          </a:p>
        </p:txBody>
      </p:sp>
    </p:spTree>
    <p:extLst>
      <p:ext uri="{BB962C8B-B14F-4D97-AF65-F5344CB8AC3E}">
        <p14:creationId xmlns:p14="http://schemas.microsoft.com/office/powerpoint/2010/main" val="3694535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50390-AC4E-14F8-2092-9D992477E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9F7BD7-75FF-1B1F-1AC5-3C704C122D26}"/>
              </a:ext>
            </a:extLst>
          </p:cNvPr>
          <p:cNvSpPr/>
          <p:nvPr/>
        </p:nvSpPr>
        <p:spPr>
          <a:xfrm>
            <a:off x="-72571" y="-42873"/>
            <a:ext cx="7006771" cy="518844"/>
          </a:xfrm>
          <a:prstGeom prst="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CFFCB777-C793-098C-01C9-33DFE8796CFB}"/>
              </a:ext>
            </a:extLst>
          </p:cNvPr>
          <p:cNvSpPr/>
          <p:nvPr/>
        </p:nvSpPr>
        <p:spPr>
          <a:xfrm>
            <a:off x="1650206" y="110326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0E1AB8-FCB1-D02B-41CB-93E2373725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95" y="-203104"/>
            <a:ext cx="867300" cy="867300"/>
          </a:xfrm>
          <a:prstGeom prst="rect">
            <a:avLst/>
          </a:prstGeom>
        </p:spPr>
      </p:pic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14214539-6071-F992-6B15-322E73C81534}"/>
              </a:ext>
            </a:extLst>
          </p:cNvPr>
          <p:cNvSpPr/>
          <p:nvPr/>
        </p:nvSpPr>
        <p:spPr>
          <a:xfrm>
            <a:off x="4136231" y="110330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B74E65-3B6C-05FF-89BF-72D135E9101C}"/>
              </a:ext>
            </a:extLst>
          </p:cNvPr>
          <p:cNvSpPr/>
          <p:nvPr/>
        </p:nvSpPr>
        <p:spPr>
          <a:xfrm>
            <a:off x="1975247" y="110327"/>
            <a:ext cx="2407444" cy="2409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CD9742-B60D-B153-B7AE-A96BBB9E934D}"/>
              </a:ext>
            </a:extLst>
          </p:cNvPr>
          <p:cNvSpPr txBox="1"/>
          <p:nvPr/>
        </p:nvSpPr>
        <p:spPr>
          <a:xfrm>
            <a:off x="1735931" y="123206"/>
            <a:ext cx="48577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>
                <a:solidFill>
                  <a:schemeClr val="bg1">
                    <a:lumMod val="50000"/>
                  </a:schemeClr>
                </a:solidFill>
              </a:rPr>
              <a:t>Search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A3086D-E5CE-B441-4D8D-34B0645230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789" y="178711"/>
            <a:ext cx="114300" cy="114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3696DB-A326-FE92-1A2F-DD443A038B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7922" y="488851"/>
            <a:ext cx="5822155" cy="1351400"/>
          </a:xfrm>
          <a:prstGeom prst="rect">
            <a:avLst/>
          </a:prstGeom>
        </p:spPr>
      </p:pic>
      <p:pic>
        <p:nvPicPr>
          <p:cNvPr id="13" name="Picture 12">
            <a:hlinkClick r:id="rId5" action="ppaction://hlinksldjump">
              <a:snd r:embed="rId6" name="click.wav"/>
            </a:hlinkClick>
            <a:extLst>
              <a:ext uri="{FF2B5EF4-FFF2-40B4-BE49-F238E27FC236}">
                <a16:creationId xmlns:a16="http://schemas.microsoft.com/office/drawing/2014/main" id="{A3758073-EF1B-BA3F-7343-F072A7FC35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124" y="166580"/>
            <a:ext cx="175426" cy="1754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45FAC1-CE4C-01B1-AACA-0FF2254AD6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975" y="153571"/>
            <a:ext cx="191297" cy="188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7412B7-AEED-50A4-04C4-0B5CF4293E8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593" y="147861"/>
            <a:ext cx="195732" cy="195732"/>
          </a:xfrm>
          <a:prstGeom prst="rect">
            <a:avLst/>
          </a:prstGeom>
        </p:spPr>
      </p:pic>
      <p:pic>
        <p:nvPicPr>
          <p:cNvPr id="16" name="Picture 15">
            <a:hlinkClick r:id="rId10" action="ppaction://hlinksldjump">
              <a:snd r:embed="rId6" name="click.wav"/>
            </a:hlinkClick>
            <a:extLst>
              <a:ext uri="{FF2B5EF4-FFF2-40B4-BE49-F238E27FC236}">
                <a16:creationId xmlns:a16="http://schemas.microsoft.com/office/drawing/2014/main" id="{E4A6172B-3370-B448-C64E-E77445DA05C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16" y="114028"/>
            <a:ext cx="246459" cy="246459"/>
          </a:xfrm>
          <a:prstGeom prst="rect">
            <a:avLst/>
          </a:prstGeom>
        </p:spPr>
      </p:pic>
      <p:sp>
        <p:nvSpPr>
          <p:cNvPr id="22" name="Right Arrow 21">
            <a:extLst>
              <a:ext uri="{FF2B5EF4-FFF2-40B4-BE49-F238E27FC236}">
                <a16:creationId xmlns:a16="http://schemas.microsoft.com/office/drawing/2014/main" id="{9DB8A221-E1BF-862D-6ECF-26FC78A5E148}"/>
              </a:ext>
            </a:extLst>
          </p:cNvPr>
          <p:cNvSpPr/>
          <p:nvPr/>
        </p:nvSpPr>
        <p:spPr>
          <a:xfrm>
            <a:off x="6372225" y="1044570"/>
            <a:ext cx="214313" cy="19471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PH" sz="1013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1BEAD574-13EA-0275-5555-F56BA808C895}"/>
              </a:ext>
            </a:extLst>
          </p:cNvPr>
          <p:cNvSpPr/>
          <p:nvPr/>
        </p:nvSpPr>
        <p:spPr>
          <a:xfrm rot="10800000">
            <a:off x="271690" y="1057270"/>
            <a:ext cx="214313" cy="19471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PH" sz="1013"/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241BFF8B-553A-FDB5-4744-7E42BE2680A4}"/>
              </a:ext>
            </a:extLst>
          </p:cNvPr>
          <p:cNvSpPr/>
          <p:nvPr/>
        </p:nvSpPr>
        <p:spPr>
          <a:xfrm>
            <a:off x="3250195" y="1635685"/>
            <a:ext cx="77577" cy="77577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PH" sz="1013"/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36C6C44A-B67B-9C37-A093-91D7A117DC23}"/>
              </a:ext>
            </a:extLst>
          </p:cNvPr>
          <p:cNvSpPr/>
          <p:nvPr/>
        </p:nvSpPr>
        <p:spPr>
          <a:xfrm>
            <a:off x="3443076" y="1635685"/>
            <a:ext cx="77577" cy="77577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PH" sz="1013"/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FF6C0392-76D5-5EF7-0615-E83A8973C016}"/>
              </a:ext>
            </a:extLst>
          </p:cNvPr>
          <p:cNvSpPr/>
          <p:nvPr/>
        </p:nvSpPr>
        <p:spPr>
          <a:xfrm>
            <a:off x="3628813" y="1635685"/>
            <a:ext cx="77577" cy="77577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PH" sz="1013"/>
          </a:p>
        </p:txBody>
      </p:sp>
      <p:sp>
        <p:nvSpPr>
          <p:cNvPr id="28" name="Rounded Rectangle 27">
            <a:hlinkClick r:id="rId12" action="ppaction://hlinksldjump">
              <a:snd r:embed="rId6" name="click.wav"/>
            </a:hlinkClick>
            <a:extLst>
              <a:ext uri="{FF2B5EF4-FFF2-40B4-BE49-F238E27FC236}">
                <a16:creationId xmlns:a16="http://schemas.microsoft.com/office/drawing/2014/main" id="{BE846696-C7D2-392C-FEBC-7575EFE1FEA9}"/>
              </a:ext>
            </a:extLst>
          </p:cNvPr>
          <p:cNvSpPr/>
          <p:nvPr/>
        </p:nvSpPr>
        <p:spPr>
          <a:xfrm>
            <a:off x="409798" y="2322987"/>
            <a:ext cx="733095" cy="1037079"/>
          </a:xfrm>
          <a:prstGeom prst="roundRect">
            <a:avLst/>
          </a:prstGeom>
          <a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PH" sz="1013"/>
          </a:p>
        </p:txBody>
      </p:sp>
      <p:sp>
        <p:nvSpPr>
          <p:cNvPr id="29" name="Rounded Rectangle 28">
            <a:hlinkClick r:id="rId14" action="ppaction://hlinksldjump">
              <a:snd r:embed="rId6" name="click.wav"/>
            </a:hlinkClick>
            <a:extLst>
              <a:ext uri="{FF2B5EF4-FFF2-40B4-BE49-F238E27FC236}">
                <a16:creationId xmlns:a16="http://schemas.microsoft.com/office/drawing/2014/main" id="{94555F19-FC55-2E67-C959-4625B4998293}"/>
              </a:ext>
            </a:extLst>
          </p:cNvPr>
          <p:cNvSpPr/>
          <p:nvPr/>
        </p:nvSpPr>
        <p:spPr>
          <a:xfrm>
            <a:off x="3138689" y="2322986"/>
            <a:ext cx="734400" cy="1036800"/>
          </a:xfrm>
          <a:prstGeom prst="roundRect">
            <a:avLst/>
          </a:prstGeom>
          <a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PH" sz="1013"/>
          </a:p>
        </p:txBody>
      </p:sp>
      <p:sp>
        <p:nvSpPr>
          <p:cNvPr id="30" name="Rounded Rectangle 29">
            <a:hlinkClick r:id="rId16" action="ppaction://hlinksldjump">
              <a:snd r:embed="rId6" name="click.wav"/>
            </a:hlinkClick>
            <a:extLst>
              <a:ext uri="{FF2B5EF4-FFF2-40B4-BE49-F238E27FC236}">
                <a16:creationId xmlns:a16="http://schemas.microsoft.com/office/drawing/2014/main" id="{9CDA4898-A445-8984-09C4-541B2F143099}"/>
              </a:ext>
            </a:extLst>
          </p:cNvPr>
          <p:cNvSpPr/>
          <p:nvPr/>
        </p:nvSpPr>
        <p:spPr>
          <a:xfrm>
            <a:off x="2231999" y="2329858"/>
            <a:ext cx="734400" cy="1036800"/>
          </a:xfrm>
          <a:prstGeom prst="roundRect">
            <a:avLst/>
          </a:prstGeom>
          <a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PH" sz="1013"/>
          </a:p>
        </p:txBody>
      </p:sp>
      <p:sp>
        <p:nvSpPr>
          <p:cNvPr id="31" name="Rounded Rectangle 30">
            <a:hlinkClick r:id="rId18" action="ppaction://hlinksldjump">
              <a:snd r:embed="rId6" name="click.wav"/>
            </a:hlinkClick>
            <a:extLst>
              <a:ext uri="{FF2B5EF4-FFF2-40B4-BE49-F238E27FC236}">
                <a16:creationId xmlns:a16="http://schemas.microsoft.com/office/drawing/2014/main" id="{1176DFF7-8F2F-DA2E-FE38-D8CC58C01FB6}"/>
              </a:ext>
            </a:extLst>
          </p:cNvPr>
          <p:cNvSpPr/>
          <p:nvPr/>
        </p:nvSpPr>
        <p:spPr>
          <a:xfrm>
            <a:off x="1320896" y="2322986"/>
            <a:ext cx="734400" cy="1036800"/>
          </a:xfrm>
          <a:prstGeom prst="roundRect">
            <a:avLst/>
          </a:prstGeom>
          <a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PH" sz="1013"/>
          </a:p>
        </p:txBody>
      </p:sp>
      <p:sp>
        <p:nvSpPr>
          <p:cNvPr id="32" name="Rounded Rectangle 31">
            <a:hlinkClick r:id="rId20" action="ppaction://hlinksldjump">
              <a:snd r:embed="rId6" name="click.wav"/>
            </a:hlinkClick>
            <a:extLst>
              <a:ext uri="{FF2B5EF4-FFF2-40B4-BE49-F238E27FC236}">
                <a16:creationId xmlns:a16="http://schemas.microsoft.com/office/drawing/2014/main" id="{6E79A4A2-1C74-72C9-117D-C089857BB786}"/>
              </a:ext>
            </a:extLst>
          </p:cNvPr>
          <p:cNvSpPr/>
          <p:nvPr/>
        </p:nvSpPr>
        <p:spPr>
          <a:xfrm>
            <a:off x="4015491" y="2322986"/>
            <a:ext cx="734400" cy="1036800"/>
          </a:xfrm>
          <a:prstGeom prst="roundRect">
            <a:avLst/>
          </a:prstGeom>
          <a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PH" sz="1013"/>
          </a:p>
        </p:txBody>
      </p:sp>
      <p:sp>
        <p:nvSpPr>
          <p:cNvPr id="33" name="Rounded Rectangle 32">
            <a:hlinkClick r:id="rId22" action="ppaction://hlinksldjump">
              <a:snd r:embed="rId6" name="click.wav"/>
            </a:hlinkClick>
            <a:extLst>
              <a:ext uri="{FF2B5EF4-FFF2-40B4-BE49-F238E27FC236}">
                <a16:creationId xmlns:a16="http://schemas.microsoft.com/office/drawing/2014/main" id="{EAD93AA7-EAF1-2512-0DDF-A66B0ABAA410}"/>
              </a:ext>
            </a:extLst>
          </p:cNvPr>
          <p:cNvSpPr/>
          <p:nvPr/>
        </p:nvSpPr>
        <p:spPr>
          <a:xfrm>
            <a:off x="4899305" y="2322986"/>
            <a:ext cx="734400" cy="1036800"/>
          </a:xfrm>
          <a:prstGeom prst="roundRect">
            <a:avLst/>
          </a:prstGeom>
          <a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PH" sz="1013"/>
          </a:p>
        </p:txBody>
      </p:sp>
      <p:sp>
        <p:nvSpPr>
          <p:cNvPr id="34" name="Rounded Rectangle 33">
            <a:hlinkClick r:id="rId24" action="ppaction://hlinksldjump">
              <a:snd r:embed="rId6" name="click.wav"/>
            </a:hlinkClick>
            <a:extLst>
              <a:ext uri="{FF2B5EF4-FFF2-40B4-BE49-F238E27FC236}">
                <a16:creationId xmlns:a16="http://schemas.microsoft.com/office/drawing/2014/main" id="{5CBECF53-2807-694E-E409-D56D5645579F}"/>
              </a:ext>
            </a:extLst>
          </p:cNvPr>
          <p:cNvSpPr/>
          <p:nvPr/>
        </p:nvSpPr>
        <p:spPr>
          <a:xfrm>
            <a:off x="5774739" y="2322986"/>
            <a:ext cx="734400" cy="1036800"/>
          </a:xfrm>
          <a:prstGeom prst="roundRect">
            <a:avLst/>
          </a:prstGeom>
          <a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PH" sz="1013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E5C8EF5-FB6F-82A0-8E10-AA36F5BD94DC}"/>
              </a:ext>
            </a:extLst>
          </p:cNvPr>
          <p:cNvSpPr txBox="1"/>
          <p:nvPr/>
        </p:nvSpPr>
        <p:spPr>
          <a:xfrm>
            <a:off x="3016699" y="1931896"/>
            <a:ext cx="920445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13" dirty="0">
                <a:latin typeface="Franklin Gothic Demi" panose="020B0703020102020204" pitchFamily="34" charset="0"/>
              </a:rPr>
              <a:t>CATEGORIES</a:t>
            </a:r>
            <a:endParaRPr lang="en-PH" sz="1013" dirty="0">
              <a:latin typeface="Franklin Gothic Demi" panose="020B0703020102020204" pitchFamily="34" charset="0"/>
            </a:endParaRPr>
          </a:p>
        </p:txBody>
      </p:sp>
      <p:sp>
        <p:nvSpPr>
          <p:cNvPr id="36" name="Rounded Rectangle 35">
            <a:hlinkClick r:id="rId26" action="ppaction://hlinksldjump">
              <a:snd r:embed="rId6" name="click.wav"/>
            </a:hlinkClick>
            <a:extLst>
              <a:ext uri="{FF2B5EF4-FFF2-40B4-BE49-F238E27FC236}">
                <a16:creationId xmlns:a16="http://schemas.microsoft.com/office/drawing/2014/main" id="{90E7F4AE-F467-0EB5-5C38-FA78B4BEBA46}"/>
              </a:ext>
            </a:extLst>
          </p:cNvPr>
          <p:cNvSpPr/>
          <p:nvPr/>
        </p:nvSpPr>
        <p:spPr>
          <a:xfrm>
            <a:off x="409798" y="3602174"/>
            <a:ext cx="734400" cy="1036800"/>
          </a:xfrm>
          <a:prstGeom prst="roundRect">
            <a:avLst/>
          </a:prstGeom>
          <a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PH" sz="1013"/>
          </a:p>
        </p:txBody>
      </p:sp>
      <p:sp>
        <p:nvSpPr>
          <p:cNvPr id="37" name="Rounded Rectangle 36">
            <a:hlinkClick r:id="rId28" action="ppaction://hlinksldjump">
              <a:snd r:embed="rId6" name="click.wav"/>
            </a:hlinkClick>
            <a:extLst>
              <a:ext uri="{FF2B5EF4-FFF2-40B4-BE49-F238E27FC236}">
                <a16:creationId xmlns:a16="http://schemas.microsoft.com/office/drawing/2014/main" id="{352417A1-AA0E-4B66-FDAE-2DBE86AF0B06}"/>
              </a:ext>
            </a:extLst>
          </p:cNvPr>
          <p:cNvSpPr/>
          <p:nvPr/>
        </p:nvSpPr>
        <p:spPr>
          <a:xfrm>
            <a:off x="3138689" y="3602174"/>
            <a:ext cx="734400" cy="1036800"/>
          </a:xfrm>
          <a:prstGeom prst="roundRect">
            <a:avLst/>
          </a:prstGeom>
          <a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PH" sz="1013"/>
          </a:p>
        </p:txBody>
      </p:sp>
      <p:sp>
        <p:nvSpPr>
          <p:cNvPr id="38" name="Rounded Rectangle 37">
            <a:hlinkClick r:id="rId30" action="ppaction://hlinksldjump">
              <a:snd r:embed="rId6" name="click.wav"/>
            </a:hlinkClick>
            <a:extLst>
              <a:ext uri="{FF2B5EF4-FFF2-40B4-BE49-F238E27FC236}">
                <a16:creationId xmlns:a16="http://schemas.microsoft.com/office/drawing/2014/main" id="{76C8D228-569E-9969-BAAF-F61305D87354}"/>
              </a:ext>
            </a:extLst>
          </p:cNvPr>
          <p:cNvSpPr/>
          <p:nvPr/>
        </p:nvSpPr>
        <p:spPr>
          <a:xfrm>
            <a:off x="4015491" y="3602174"/>
            <a:ext cx="734400" cy="1036800"/>
          </a:xfrm>
          <a:prstGeom prst="roundRect">
            <a:avLst/>
          </a:prstGeom>
          <a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PH" sz="1013"/>
          </a:p>
        </p:txBody>
      </p:sp>
      <p:sp>
        <p:nvSpPr>
          <p:cNvPr id="39" name="Rounded Rectangle 38">
            <a:hlinkClick r:id="rId32" action="ppaction://hlinksldjump">
              <a:snd r:embed="rId6" name="click.wav"/>
            </a:hlinkClick>
            <a:extLst>
              <a:ext uri="{FF2B5EF4-FFF2-40B4-BE49-F238E27FC236}">
                <a16:creationId xmlns:a16="http://schemas.microsoft.com/office/drawing/2014/main" id="{512271D3-C8C6-7ED6-FAF4-8D51AA1CE537}"/>
              </a:ext>
            </a:extLst>
          </p:cNvPr>
          <p:cNvSpPr/>
          <p:nvPr/>
        </p:nvSpPr>
        <p:spPr>
          <a:xfrm>
            <a:off x="4906563" y="3602618"/>
            <a:ext cx="734400" cy="1036800"/>
          </a:xfrm>
          <a:prstGeom prst="roundRect">
            <a:avLst/>
          </a:prstGeom>
          <a:blipFill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PH" sz="1013"/>
          </a:p>
        </p:txBody>
      </p:sp>
      <p:sp>
        <p:nvSpPr>
          <p:cNvPr id="40" name="Rounded Rectangle 39">
            <a:hlinkClick r:id="rId34" action="ppaction://hlinksldjump">
              <a:snd r:embed="rId6" name="click.wav"/>
            </a:hlinkClick>
            <a:extLst>
              <a:ext uri="{FF2B5EF4-FFF2-40B4-BE49-F238E27FC236}">
                <a16:creationId xmlns:a16="http://schemas.microsoft.com/office/drawing/2014/main" id="{F80D9973-0579-D66D-E377-4A934ACD7B12}"/>
              </a:ext>
            </a:extLst>
          </p:cNvPr>
          <p:cNvSpPr/>
          <p:nvPr/>
        </p:nvSpPr>
        <p:spPr>
          <a:xfrm>
            <a:off x="5774739" y="3602618"/>
            <a:ext cx="734400" cy="1036800"/>
          </a:xfrm>
          <a:prstGeom prst="roundRect">
            <a:avLst/>
          </a:prstGeom>
          <a:blipFill>
            <a:blip r:embed="rId3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PH" sz="1013"/>
          </a:p>
        </p:txBody>
      </p:sp>
      <p:sp>
        <p:nvSpPr>
          <p:cNvPr id="41" name="Rounded Rectangle 40">
            <a:hlinkClick r:id="rId36" action="ppaction://hlinksldjump">
              <a:snd r:embed="rId6" name="click.wav"/>
            </a:hlinkClick>
            <a:extLst>
              <a:ext uri="{FF2B5EF4-FFF2-40B4-BE49-F238E27FC236}">
                <a16:creationId xmlns:a16="http://schemas.microsoft.com/office/drawing/2014/main" id="{296540E1-3B18-B82B-4FE6-DCE478A45643}"/>
              </a:ext>
            </a:extLst>
          </p:cNvPr>
          <p:cNvSpPr/>
          <p:nvPr/>
        </p:nvSpPr>
        <p:spPr>
          <a:xfrm>
            <a:off x="1320117" y="3602174"/>
            <a:ext cx="734400" cy="1036800"/>
          </a:xfrm>
          <a:prstGeom prst="roundRect">
            <a:avLst/>
          </a:prstGeom>
          <a:blipFill>
            <a:blip r:embed="rId3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PH" sz="1013"/>
          </a:p>
        </p:txBody>
      </p:sp>
      <p:sp>
        <p:nvSpPr>
          <p:cNvPr id="42" name="Rounded Rectangle 41">
            <a:hlinkClick r:id="rId38" action="ppaction://hlinksldjump">
              <a:snd r:embed="rId6" name="click.wav"/>
            </a:hlinkClick>
            <a:extLst>
              <a:ext uri="{FF2B5EF4-FFF2-40B4-BE49-F238E27FC236}">
                <a16:creationId xmlns:a16="http://schemas.microsoft.com/office/drawing/2014/main" id="{81A3EFED-3CC2-07A3-E6D4-AFC0B10EA437}"/>
              </a:ext>
            </a:extLst>
          </p:cNvPr>
          <p:cNvSpPr/>
          <p:nvPr/>
        </p:nvSpPr>
        <p:spPr>
          <a:xfrm>
            <a:off x="2231999" y="3602174"/>
            <a:ext cx="734400" cy="1036800"/>
          </a:xfrm>
          <a:prstGeom prst="roundRect">
            <a:avLst/>
          </a:prstGeom>
          <a:blipFill>
            <a:blip r:embed="rId3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PH" sz="1013" dirty="0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9AF0511C-F350-55FC-4373-C373D01858AD}"/>
              </a:ext>
            </a:extLst>
          </p:cNvPr>
          <p:cNvSpPr/>
          <p:nvPr/>
        </p:nvSpPr>
        <p:spPr>
          <a:xfrm>
            <a:off x="-72571" y="8284021"/>
            <a:ext cx="7006771" cy="1999349"/>
          </a:xfrm>
          <a:prstGeom prst="round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1317979-903F-9D03-623D-D226D2BC1CA0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516" y="8269121"/>
            <a:ext cx="1668550" cy="1668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BC5310-A402-528B-04B3-15CD34DC4469}"/>
              </a:ext>
            </a:extLst>
          </p:cNvPr>
          <p:cNvSpPr txBox="1"/>
          <p:nvPr/>
        </p:nvSpPr>
        <p:spPr>
          <a:xfrm>
            <a:off x="678266" y="8505808"/>
            <a:ext cx="131881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CUSTOMER SERVICE</a:t>
            </a:r>
          </a:p>
          <a:p>
            <a:endParaRPr lang="en-PH" sz="12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Cancellation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Delivery</a:t>
            </a:r>
          </a:p>
          <a:p>
            <a:r>
              <a:rPr lang="en-PH" sz="600" dirty="0">
                <a:solidFill>
                  <a:schemeClr val="bg1"/>
                </a:solidFill>
              </a:rPr>
              <a:t>Order Verification</a:t>
            </a:r>
          </a:p>
          <a:p>
            <a:r>
              <a:rPr lang="en-PH" sz="600" dirty="0">
                <a:solidFill>
                  <a:schemeClr val="bg1"/>
                </a:solidFill>
              </a:rPr>
              <a:t>Payment 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Privacy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Terms and Conditions</a:t>
            </a:r>
          </a:p>
          <a:p>
            <a:r>
              <a:rPr lang="en-PH" sz="600" dirty="0">
                <a:solidFill>
                  <a:schemeClr val="bg1"/>
                </a:solidFill>
              </a:rPr>
              <a:t>Warranty</a:t>
            </a:r>
            <a:endParaRPr lang="en-PH" sz="11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BA276F-CB12-0977-0BAD-9543F03D5A84}"/>
              </a:ext>
            </a:extLst>
          </p:cNvPr>
          <p:cNvSpPr txBox="1"/>
          <p:nvPr/>
        </p:nvSpPr>
        <p:spPr>
          <a:xfrm>
            <a:off x="1996061" y="8505808"/>
            <a:ext cx="1318813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COMPANY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Careers</a:t>
            </a:r>
          </a:p>
          <a:p>
            <a:r>
              <a:rPr lang="en-PH" sz="600" dirty="0">
                <a:solidFill>
                  <a:schemeClr val="bg1"/>
                </a:solidFill>
              </a:rPr>
              <a:t>Contact Us</a:t>
            </a:r>
          </a:p>
          <a:p>
            <a:r>
              <a:rPr lang="en-PH" sz="600" dirty="0">
                <a:solidFill>
                  <a:schemeClr val="bg1"/>
                </a:solidFill>
              </a:rPr>
              <a:t>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News and Articles</a:t>
            </a:r>
          </a:p>
          <a:p>
            <a:r>
              <a:rPr lang="en-PH" sz="600" dirty="0">
                <a:solidFill>
                  <a:schemeClr val="bg1"/>
                </a:solidFill>
              </a:rPr>
              <a:t>Our Company</a:t>
            </a:r>
          </a:p>
          <a:p>
            <a:r>
              <a:rPr lang="en-PH" sz="600" dirty="0">
                <a:solidFill>
                  <a:schemeClr val="bg1"/>
                </a:solidFill>
              </a:rPr>
              <a:t>Reviews</a:t>
            </a:r>
          </a:p>
          <a:p>
            <a:r>
              <a:rPr lang="en-PH" sz="600" dirty="0">
                <a:solidFill>
                  <a:schemeClr val="bg1"/>
                </a:solidFill>
              </a:rPr>
              <a:t>Store Locations</a:t>
            </a:r>
            <a:endParaRPr lang="en-PH" sz="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7C0713-E98C-0B51-6A4A-0B594E1BBCE7}"/>
              </a:ext>
            </a:extLst>
          </p:cNvPr>
          <p:cNvSpPr txBox="1"/>
          <p:nvPr/>
        </p:nvSpPr>
        <p:spPr>
          <a:xfrm>
            <a:off x="3000937" y="8508634"/>
            <a:ext cx="131881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LINKS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Gadget Spot Corporate</a:t>
            </a:r>
          </a:p>
          <a:p>
            <a:r>
              <a:rPr lang="en-PH" sz="600" dirty="0">
                <a:solidFill>
                  <a:schemeClr val="bg1"/>
                </a:solidFill>
              </a:rPr>
              <a:t>Gadget Spot Community</a:t>
            </a:r>
          </a:p>
          <a:p>
            <a:r>
              <a:rPr lang="en-PH" sz="600" dirty="0">
                <a:solidFill>
                  <a:schemeClr val="bg1"/>
                </a:solidFill>
              </a:rPr>
              <a:t>Lazada Official Store</a:t>
            </a:r>
          </a:p>
          <a:p>
            <a:r>
              <a:rPr lang="en-PH" sz="600" dirty="0">
                <a:solidFill>
                  <a:schemeClr val="bg1"/>
                </a:solidFill>
              </a:rPr>
              <a:t>Shopee Official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1C4CF0-0CA4-9452-7338-2EB24F97CE0C}"/>
              </a:ext>
            </a:extLst>
          </p:cNvPr>
          <p:cNvSpPr txBox="1"/>
          <p:nvPr/>
        </p:nvSpPr>
        <p:spPr>
          <a:xfrm>
            <a:off x="2808861" y="9712247"/>
            <a:ext cx="1362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50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©2026 Gadget SPOT. ALL RIGHTS RESERVED</a:t>
            </a:r>
            <a:endParaRPr lang="en-PH" sz="5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3B3FBD-7181-21FF-D850-211C2C39BB30}"/>
              </a:ext>
            </a:extLst>
          </p:cNvPr>
          <p:cNvSpPr txBox="1"/>
          <p:nvPr/>
        </p:nvSpPr>
        <p:spPr>
          <a:xfrm>
            <a:off x="2308339" y="7072789"/>
            <a:ext cx="224131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PH" sz="1010" dirty="0">
                <a:latin typeface="Franklin Gothic Demi" panose="020B0703020102020204" pitchFamily="34" charset="0"/>
              </a:rPr>
              <a:t>WHAT </a:t>
            </a:r>
            <a:r>
              <a:rPr lang="en-PH" sz="1010" dirty="0">
                <a:solidFill>
                  <a:srgbClr val="C00000"/>
                </a:solidFill>
                <a:latin typeface="Franklin Gothic Demi" panose="020B0703020102020204" pitchFamily="34" charset="0"/>
              </a:rPr>
              <a:t>CUSTOMERS</a:t>
            </a:r>
            <a:r>
              <a:rPr lang="en-PH" sz="1010" dirty="0">
                <a:latin typeface="Franklin Gothic Demi" panose="020B0703020102020204" pitchFamily="34" charset="0"/>
              </a:rPr>
              <a:t> SAY ABOUT US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503E641-B144-0B22-CE5E-09FB37190076}"/>
              </a:ext>
            </a:extLst>
          </p:cNvPr>
          <p:cNvSpPr/>
          <p:nvPr/>
        </p:nvSpPr>
        <p:spPr>
          <a:xfrm>
            <a:off x="852912" y="7453094"/>
            <a:ext cx="1179008" cy="6433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00" dirty="0"/>
          </a:p>
        </p:txBody>
      </p:sp>
      <p:sp>
        <p:nvSpPr>
          <p:cNvPr id="20" name="Star: 5 Points 19">
            <a:extLst>
              <a:ext uri="{FF2B5EF4-FFF2-40B4-BE49-F238E27FC236}">
                <a16:creationId xmlns:a16="http://schemas.microsoft.com/office/drawing/2014/main" id="{BA8D04AD-A31F-3533-7C57-903E21E5A84B}"/>
              </a:ext>
            </a:extLst>
          </p:cNvPr>
          <p:cNvSpPr/>
          <p:nvPr/>
        </p:nvSpPr>
        <p:spPr>
          <a:xfrm flipH="1">
            <a:off x="1003761" y="7942642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E3578C4E-B41D-431D-1B63-A0DFC0613A7D}"/>
              </a:ext>
            </a:extLst>
          </p:cNvPr>
          <p:cNvSpPr/>
          <p:nvPr/>
        </p:nvSpPr>
        <p:spPr>
          <a:xfrm flipH="1">
            <a:off x="1111533" y="7942642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Star: 5 Points 22">
            <a:extLst>
              <a:ext uri="{FF2B5EF4-FFF2-40B4-BE49-F238E27FC236}">
                <a16:creationId xmlns:a16="http://schemas.microsoft.com/office/drawing/2014/main" id="{FCC28C3A-FBD8-DB57-2009-C45FB0C08473}"/>
              </a:ext>
            </a:extLst>
          </p:cNvPr>
          <p:cNvSpPr/>
          <p:nvPr/>
        </p:nvSpPr>
        <p:spPr>
          <a:xfrm flipH="1">
            <a:off x="1222713" y="7942642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3" name="Star: 5 Points 42">
            <a:extLst>
              <a:ext uri="{FF2B5EF4-FFF2-40B4-BE49-F238E27FC236}">
                <a16:creationId xmlns:a16="http://schemas.microsoft.com/office/drawing/2014/main" id="{AB1F3338-033F-04A8-382D-B7B9E9B6B8C5}"/>
              </a:ext>
            </a:extLst>
          </p:cNvPr>
          <p:cNvSpPr/>
          <p:nvPr/>
        </p:nvSpPr>
        <p:spPr>
          <a:xfrm flipH="1">
            <a:off x="1330485" y="7939396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3CFCCEAC-6C7A-4052-0403-0C55D1899313}"/>
              </a:ext>
            </a:extLst>
          </p:cNvPr>
          <p:cNvSpPr/>
          <p:nvPr/>
        </p:nvSpPr>
        <p:spPr>
          <a:xfrm>
            <a:off x="2177221" y="7453094"/>
            <a:ext cx="1179008" cy="6433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00" dirty="0"/>
          </a:p>
        </p:txBody>
      </p:sp>
      <p:sp>
        <p:nvSpPr>
          <p:cNvPr id="46" name="Star: 5 Points 45">
            <a:extLst>
              <a:ext uri="{FF2B5EF4-FFF2-40B4-BE49-F238E27FC236}">
                <a16:creationId xmlns:a16="http://schemas.microsoft.com/office/drawing/2014/main" id="{E926491C-3680-DD6A-BF52-ED21ED31D12F}"/>
              </a:ext>
            </a:extLst>
          </p:cNvPr>
          <p:cNvSpPr/>
          <p:nvPr/>
        </p:nvSpPr>
        <p:spPr>
          <a:xfrm flipH="1">
            <a:off x="1441409" y="7939395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9345398-B6C2-3E86-6F6D-F761BB44E080}"/>
              </a:ext>
            </a:extLst>
          </p:cNvPr>
          <p:cNvSpPr/>
          <p:nvPr/>
        </p:nvSpPr>
        <p:spPr>
          <a:xfrm>
            <a:off x="896455" y="7481668"/>
            <a:ext cx="1073604" cy="427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600" dirty="0">
                <a:solidFill>
                  <a:schemeClr val="tx1"/>
                </a:solidFill>
              </a:rPr>
              <a:t>John Doe</a:t>
            </a:r>
          </a:p>
          <a:p>
            <a:endParaRPr lang="en-PH" sz="300" dirty="0">
              <a:solidFill>
                <a:schemeClr val="tx1"/>
              </a:solidFill>
            </a:endParaRPr>
          </a:p>
          <a:p>
            <a:r>
              <a:rPr lang="en-PH" sz="500" dirty="0">
                <a:solidFill>
                  <a:schemeClr val="tx1"/>
                </a:solidFill>
              </a:rPr>
              <a:t>Fast Delivery and legit Product. Gadget Spot </a:t>
            </a:r>
            <a:r>
              <a:rPr lang="en-PH" sz="500" dirty="0" err="1">
                <a:solidFill>
                  <a:schemeClr val="tx1"/>
                </a:solidFill>
              </a:rPr>
              <a:t>Numbawan</a:t>
            </a:r>
            <a:r>
              <a:rPr lang="en-PH" sz="500" dirty="0">
                <a:solidFill>
                  <a:schemeClr val="tx1"/>
                </a:solidFill>
              </a:rPr>
              <a:t>!!!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2A28AED-4958-A29E-97F5-7D6401E0B239}"/>
              </a:ext>
            </a:extLst>
          </p:cNvPr>
          <p:cNvSpPr/>
          <p:nvPr/>
        </p:nvSpPr>
        <p:spPr>
          <a:xfrm>
            <a:off x="3537820" y="7444977"/>
            <a:ext cx="1179008" cy="6433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00" dirty="0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C05AC26B-5304-5317-D331-112D3607E5EE}"/>
              </a:ext>
            </a:extLst>
          </p:cNvPr>
          <p:cNvSpPr/>
          <p:nvPr/>
        </p:nvSpPr>
        <p:spPr>
          <a:xfrm>
            <a:off x="4858017" y="7434090"/>
            <a:ext cx="1179008" cy="6433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00" dirty="0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E6E2FED-38AA-6D70-6667-8F2BA24067BE}"/>
              </a:ext>
            </a:extLst>
          </p:cNvPr>
          <p:cNvSpPr/>
          <p:nvPr/>
        </p:nvSpPr>
        <p:spPr>
          <a:xfrm>
            <a:off x="6186438" y="7431609"/>
            <a:ext cx="1179008" cy="6433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00" dirty="0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F1CE78D9-B94E-87E2-FE7A-1C7C8A5B3D6B}"/>
              </a:ext>
            </a:extLst>
          </p:cNvPr>
          <p:cNvSpPr/>
          <p:nvPr/>
        </p:nvSpPr>
        <p:spPr>
          <a:xfrm>
            <a:off x="-496775" y="7448606"/>
            <a:ext cx="1179008" cy="6433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00" dirty="0"/>
          </a:p>
        </p:txBody>
      </p:sp>
      <p:sp>
        <p:nvSpPr>
          <p:cNvPr id="63" name="Star: 5 Points 62">
            <a:extLst>
              <a:ext uri="{FF2B5EF4-FFF2-40B4-BE49-F238E27FC236}">
                <a16:creationId xmlns:a16="http://schemas.microsoft.com/office/drawing/2014/main" id="{3C3988CE-B037-CC38-E22C-E4E87C7F8A84}"/>
              </a:ext>
            </a:extLst>
          </p:cNvPr>
          <p:cNvSpPr/>
          <p:nvPr/>
        </p:nvSpPr>
        <p:spPr>
          <a:xfrm flipH="1">
            <a:off x="2327255" y="7944778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4" name="Star: 5 Points 63">
            <a:extLst>
              <a:ext uri="{FF2B5EF4-FFF2-40B4-BE49-F238E27FC236}">
                <a16:creationId xmlns:a16="http://schemas.microsoft.com/office/drawing/2014/main" id="{C8FC55A0-8342-2A3E-2D7D-161402C8159F}"/>
              </a:ext>
            </a:extLst>
          </p:cNvPr>
          <p:cNvSpPr/>
          <p:nvPr/>
        </p:nvSpPr>
        <p:spPr>
          <a:xfrm flipH="1">
            <a:off x="2435027" y="7944778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5" name="Star: 5 Points 64">
            <a:extLst>
              <a:ext uri="{FF2B5EF4-FFF2-40B4-BE49-F238E27FC236}">
                <a16:creationId xmlns:a16="http://schemas.microsoft.com/office/drawing/2014/main" id="{8146026D-3889-FB24-08C6-F7FB8C88DAFD}"/>
              </a:ext>
            </a:extLst>
          </p:cNvPr>
          <p:cNvSpPr/>
          <p:nvPr/>
        </p:nvSpPr>
        <p:spPr>
          <a:xfrm flipH="1">
            <a:off x="2546207" y="7944778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6" name="Star: 5 Points 65">
            <a:extLst>
              <a:ext uri="{FF2B5EF4-FFF2-40B4-BE49-F238E27FC236}">
                <a16:creationId xmlns:a16="http://schemas.microsoft.com/office/drawing/2014/main" id="{537AB374-77C0-E612-6D9D-8704022A076C}"/>
              </a:ext>
            </a:extLst>
          </p:cNvPr>
          <p:cNvSpPr/>
          <p:nvPr/>
        </p:nvSpPr>
        <p:spPr>
          <a:xfrm flipH="1">
            <a:off x="2653979" y="7941532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7" name="Star: 5 Points 66">
            <a:extLst>
              <a:ext uri="{FF2B5EF4-FFF2-40B4-BE49-F238E27FC236}">
                <a16:creationId xmlns:a16="http://schemas.microsoft.com/office/drawing/2014/main" id="{A9EC449F-690F-8F8C-B643-43AF7CA12392}"/>
              </a:ext>
            </a:extLst>
          </p:cNvPr>
          <p:cNvSpPr/>
          <p:nvPr/>
        </p:nvSpPr>
        <p:spPr>
          <a:xfrm flipH="1">
            <a:off x="2764903" y="7941531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8" name="Star: 5 Points 67">
            <a:extLst>
              <a:ext uri="{FF2B5EF4-FFF2-40B4-BE49-F238E27FC236}">
                <a16:creationId xmlns:a16="http://schemas.microsoft.com/office/drawing/2014/main" id="{E1707959-3738-9A5C-02C2-DE7FB1229283}"/>
              </a:ext>
            </a:extLst>
          </p:cNvPr>
          <p:cNvSpPr/>
          <p:nvPr/>
        </p:nvSpPr>
        <p:spPr>
          <a:xfrm flipH="1">
            <a:off x="3685675" y="7937899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9" name="Star: 5 Points 68">
            <a:extLst>
              <a:ext uri="{FF2B5EF4-FFF2-40B4-BE49-F238E27FC236}">
                <a16:creationId xmlns:a16="http://schemas.microsoft.com/office/drawing/2014/main" id="{9B0EC3AF-555F-CCD3-6883-00BCB48F7950}"/>
              </a:ext>
            </a:extLst>
          </p:cNvPr>
          <p:cNvSpPr/>
          <p:nvPr/>
        </p:nvSpPr>
        <p:spPr>
          <a:xfrm flipH="1">
            <a:off x="3793447" y="7937899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0" name="Star: 5 Points 69">
            <a:extLst>
              <a:ext uri="{FF2B5EF4-FFF2-40B4-BE49-F238E27FC236}">
                <a16:creationId xmlns:a16="http://schemas.microsoft.com/office/drawing/2014/main" id="{87A95CCD-6510-0B86-7C53-DA246D073EE6}"/>
              </a:ext>
            </a:extLst>
          </p:cNvPr>
          <p:cNvSpPr/>
          <p:nvPr/>
        </p:nvSpPr>
        <p:spPr>
          <a:xfrm flipH="1">
            <a:off x="3904627" y="7937899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1" name="Star: 5 Points 70">
            <a:extLst>
              <a:ext uri="{FF2B5EF4-FFF2-40B4-BE49-F238E27FC236}">
                <a16:creationId xmlns:a16="http://schemas.microsoft.com/office/drawing/2014/main" id="{2B45895E-873B-1F09-2345-6F6C737F7F98}"/>
              </a:ext>
            </a:extLst>
          </p:cNvPr>
          <p:cNvSpPr/>
          <p:nvPr/>
        </p:nvSpPr>
        <p:spPr>
          <a:xfrm flipH="1">
            <a:off x="4012399" y="7934653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2" name="Star: 5 Points 71">
            <a:extLst>
              <a:ext uri="{FF2B5EF4-FFF2-40B4-BE49-F238E27FC236}">
                <a16:creationId xmlns:a16="http://schemas.microsoft.com/office/drawing/2014/main" id="{3C508BD7-7098-21F3-4734-D8828AF951BC}"/>
              </a:ext>
            </a:extLst>
          </p:cNvPr>
          <p:cNvSpPr/>
          <p:nvPr/>
        </p:nvSpPr>
        <p:spPr>
          <a:xfrm flipH="1">
            <a:off x="4123323" y="7934652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3" name="Star: 5 Points 72">
            <a:extLst>
              <a:ext uri="{FF2B5EF4-FFF2-40B4-BE49-F238E27FC236}">
                <a16:creationId xmlns:a16="http://schemas.microsoft.com/office/drawing/2014/main" id="{B27E031F-B721-8C78-40F8-14EF68E4EE91}"/>
              </a:ext>
            </a:extLst>
          </p:cNvPr>
          <p:cNvSpPr/>
          <p:nvPr/>
        </p:nvSpPr>
        <p:spPr>
          <a:xfrm flipH="1">
            <a:off x="5009169" y="7941021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4" name="Star: 5 Points 73">
            <a:extLst>
              <a:ext uri="{FF2B5EF4-FFF2-40B4-BE49-F238E27FC236}">
                <a16:creationId xmlns:a16="http://schemas.microsoft.com/office/drawing/2014/main" id="{B33232DE-F6B1-2A2E-62E8-9827379864B4}"/>
              </a:ext>
            </a:extLst>
          </p:cNvPr>
          <p:cNvSpPr/>
          <p:nvPr/>
        </p:nvSpPr>
        <p:spPr>
          <a:xfrm flipH="1">
            <a:off x="5116941" y="7941021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5" name="Star: 5 Points 74">
            <a:extLst>
              <a:ext uri="{FF2B5EF4-FFF2-40B4-BE49-F238E27FC236}">
                <a16:creationId xmlns:a16="http://schemas.microsoft.com/office/drawing/2014/main" id="{CAFF87EC-791D-4939-E5A4-A2750289E0B2}"/>
              </a:ext>
            </a:extLst>
          </p:cNvPr>
          <p:cNvSpPr/>
          <p:nvPr/>
        </p:nvSpPr>
        <p:spPr>
          <a:xfrm flipH="1">
            <a:off x="5228121" y="7941021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6" name="Star: 5 Points 75">
            <a:extLst>
              <a:ext uri="{FF2B5EF4-FFF2-40B4-BE49-F238E27FC236}">
                <a16:creationId xmlns:a16="http://schemas.microsoft.com/office/drawing/2014/main" id="{4039CF3F-8F7A-D746-559E-BCCBB2E3C4C8}"/>
              </a:ext>
            </a:extLst>
          </p:cNvPr>
          <p:cNvSpPr/>
          <p:nvPr/>
        </p:nvSpPr>
        <p:spPr>
          <a:xfrm flipH="1">
            <a:off x="5335893" y="7937775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7" name="Star: 5 Points 76">
            <a:extLst>
              <a:ext uri="{FF2B5EF4-FFF2-40B4-BE49-F238E27FC236}">
                <a16:creationId xmlns:a16="http://schemas.microsoft.com/office/drawing/2014/main" id="{F415F4E4-79A5-138B-87D1-C075367A2BC4}"/>
              </a:ext>
            </a:extLst>
          </p:cNvPr>
          <p:cNvSpPr/>
          <p:nvPr/>
        </p:nvSpPr>
        <p:spPr>
          <a:xfrm flipH="1">
            <a:off x="5446817" y="7937774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8" name="Star: 5 Points 77">
            <a:extLst>
              <a:ext uri="{FF2B5EF4-FFF2-40B4-BE49-F238E27FC236}">
                <a16:creationId xmlns:a16="http://schemas.microsoft.com/office/drawing/2014/main" id="{39E70ACF-4B15-5F5A-0CBB-421DA6EDB492}"/>
              </a:ext>
            </a:extLst>
          </p:cNvPr>
          <p:cNvSpPr/>
          <p:nvPr/>
        </p:nvSpPr>
        <p:spPr>
          <a:xfrm flipH="1">
            <a:off x="6340076" y="7944268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9" name="Star: 5 Points 78">
            <a:extLst>
              <a:ext uri="{FF2B5EF4-FFF2-40B4-BE49-F238E27FC236}">
                <a16:creationId xmlns:a16="http://schemas.microsoft.com/office/drawing/2014/main" id="{C9E127C5-38DF-D7D6-C702-B329E1C53815}"/>
              </a:ext>
            </a:extLst>
          </p:cNvPr>
          <p:cNvSpPr/>
          <p:nvPr/>
        </p:nvSpPr>
        <p:spPr>
          <a:xfrm flipH="1">
            <a:off x="6447848" y="7944268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0" name="Star: 5 Points 79">
            <a:extLst>
              <a:ext uri="{FF2B5EF4-FFF2-40B4-BE49-F238E27FC236}">
                <a16:creationId xmlns:a16="http://schemas.microsoft.com/office/drawing/2014/main" id="{E4956FE1-421B-B560-5E0D-821A2F5E302C}"/>
              </a:ext>
            </a:extLst>
          </p:cNvPr>
          <p:cNvSpPr/>
          <p:nvPr/>
        </p:nvSpPr>
        <p:spPr>
          <a:xfrm flipH="1">
            <a:off x="6559028" y="7944268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1" name="Star: 5 Points 80">
            <a:extLst>
              <a:ext uri="{FF2B5EF4-FFF2-40B4-BE49-F238E27FC236}">
                <a16:creationId xmlns:a16="http://schemas.microsoft.com/office/drawing/2014/main" id="{A4BFD5DE-357B-2C4D-903E-3D68114F5622}"/>
              </a:ext>
            </a:extLst>
          </p:cNvPr>
          <p:cNvSpPr/>
          <p:nvPr/>
        </p:nvSpPr>
        <p:spPr>
          <a:xfrm flipH="1">
            <a:off x="6666800" y="7941022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2" name="Star: 5 Points 81">
            <a:extLst>
              <a:ext uri="{FF2B5EF4-FFF2-40B4-BE49-F238E27FC236}">
                <a16:creationId xmlns:a16="http://schemas.microsoft.com/office/drawing/2014/main" id="{D9C41252-329A-BF9F-A59B-8C2C7F762CFE}"/>
              </a:ext>
            </a:extLst>
          </p:cNvPr>
          <p:cNvSpPr/>
          <p:nvPr/>
        </p:nvSpPr>
        <p:spPr>
          <a:xfrm flipH="1">
            <a:off x="6777724" y="7941021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74F0CFD-DBD4-51EF-2F9E-989395AA6500}"/>
              </a:ext>
            </a:extLst>
          </p:cNvPr>
          <p:cNvSpPr/>
          <p:nvPr/>
        </p:nvSpPr>
        <p:spPr>
          <a:xfrm>
            <a:off x="2213057" y="7481667"/>
            <a:ext cx="1073604" cy="427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600" dirty="0">
                <a:solidFill>
                  <a:schemeClr val="tx1"/>
                </a:solidFill>
              </a:rPr>
              <a:t>John Doe</a:t>
            </a:r>
          </a:p>
          <a:p>
            <a:endParaRPr lang="en-PH" sz="300" dirty="0">
              <a:solidFill>
                <a:schemeClr val="tx1"/>
              </a:solidFill>
            </a:endParaRPr>
          </a:p>
          <a:p>
            <a:r>
              <a:rPr lang="en-PH" sz="500" dirty="0">
                <a:solidFill>
                  <a:schemeClr val="tx1"/>
                </a:solidFill>
              </a:rPr>
              <a:t>Fast Delivery and legit Product. Gadget Spot </a:t>
            </a:r>
            <a:r>
              <a:rPr lang="en-PH" sz="500" dirty="0" err="1">
                <a:solidFill>
                  <a:schemeClr val="tx1"/>
                </a:solidFill>
              </a:rPr>
              <a:t>Numbawan</a:t>
            </a:r>
            <a:r>
              <a:rPr lang="en-PH" sz="500" dirty="0">
                <a:solidFill>
                  <a:schemeClr val="tx1"/>
                </a:solidFill>
              </a:rPr>
              <a:t>!!!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46383C4-4E71-9FA0-75AE-3E9946B2C1DF}"/>
              </a:ext>
            </a:extLst>
          </p:cNvPr>
          <p:cNvSpPr/>
          <p:nvPr/>
        </p:nvSpPr>
        <p:spPr>
          <a:xfrm>
            <a:off x="3590522" y="7481667"/>
            <a:ext cx="1073604" cy="427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600" dirty="0">
                <a:solidFill>
                  <a:schemeClr val="tx1"/>
                </a:solidFill>
              </a:rPr>
              <a:t>John Doe</a:t>
            </a:r>
          </a:p>
          <a:p>
            <a:endParaRPr lang="en-PH" sz="300" dirty="0">
              <a:solidFill>
                <a:schemeClr val="tx1"/>
              </a:solidFill>
            </a:endParaRPr>
          </a:p>
          <a:p>
            <a:r>
              <a:rPr lang="en-PH" sz="500" dirty="0">
                <a:solidFill>
                  <a:schemeClr val="tx1"/>
                </a:solidFill>
              </a:rPr>
              <a:t>Fast Delivery and legit Product. Gadget Spot </a:t>
            </a:r>
            <a:r>
              <a:rPr lang="en-PH" sz="500" dirty="0" err="1">
                <a:solidFill>
                  <a:schemeClr val="tx1"/>
                </a:solidFill>
              </a:rPr>
              <a:t>Numbawan</a:t>
            </a:r>
            <a:r>
              <a:rPr lang="en-PH" sz="500" dirty="0">
                <a:solidFill>
                  <a:schemeClr val="tx1"/>
                </a:solidFill>
              </a:rPr>
              <a:t>!!!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5D8051D-00AA-15A3-9A44-846E99BD6F7E}"/>
              </a:ext>
            </a:extLst>
          </p:cNvPr>
          <p:cNvSpPr/>
          <p:nvPr/>
        </p:nvSpPr>
        <p:spPr>
          <a:xfrm>
            <a:off x="4914831" y="7481667"/>
            <a:ext cx="1073604" cy="427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600" dirty="0">
                <a:solidFill>
                  <a:schemeClr val="tx1"/>
                </a:solidFill>
              </a:rPr>
              <a:t>John Doe</a:t>
            </a:r>
          </a:p>
          <a:p>
            <a:endParaRPr lang="en-PH" sz="300" dirty="0">
              <a:solidFill>
                <a:schemeClr val="tx1"/>
              </a:solidFill>
            </a:endParaRPr>
          </a:p>
          <a:p>
            <a:r>
              <a:rPr lang="en-PH" sz="500" dirty="0">
                <a:solidFill>
                  <a:schemeClr val="tx1"/>
                </a:solidFill>
              </a:rPr>
              <a:t>Fast Delivery and legit Product. Gadget Spot </a:t>
            </a:r>
            <a:r>
              <a:rPr lang="en-PH" sz="500" dirty="0" err="1">
                <a:solidFill>
                  <a:schemeClr val="tx1"/>
                </a:solidFill>
              </a:rPr>
              <a:t>Numbawan</a:t>
            </a:r>
            <a:r>
              <a:rPr lang="en-PH" sz="500" dirty="0">
                <a:solidFill>
                  <a:schemeClr val="tx1"/>
                </a:solidFill>
              </a:rPr>
              <a:t>!!!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BF3F036-D381-73C1-081E-F9DF410B2EB1}"/>
              </a:ext>
            </a:extLst>
          </p:cNvPr>
          <p:cNvSpPr/>
          <p:nvPr/>
        </p:nvSpPr>
        <p:spPr>
          <a:xfrm>
            <a:off x="6239140" y="7478224"/>
            <a:ext cx="1073604" cy="427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600" dirty="0">
                <a:solidFill>
                  <a:schemeClr val="tx1"/>
                </a:solidFill>
              </a:rPr>
              <a:t>John Doe</a:t>
            </a:r>
          </a:p>
          <a:p>
            <a:endParaRPr lang="en-PH" sz="300" dirty="0">
              <a:solidFill>
                <a:schemeClr val="tx1"/>
              </a:solidFill>
            </a:endParaRPr>
          </a:p>
          <a:p>
            <a:r>
              <a:rPr lang="en-PH" sz="500" dirty="0">
                <a:solidFill>
                  <a:schemeClr val="tx1"/>
                </a:solidFill>
              </a:rPr>
              <a:t>Fast Delivery and legit Product. Gadget Spot </a:t>
            </a:r>
            <a:r>
              <a:rPr lang="en-PH" sz="500" dirty="0" err="1">
                <a:solidFill>
                  <a:schemeClr val="tx1"/>
                </a:solidFill>
              </a:rPr>
              <a:t>Numbawan</a:t>
            </a:r>
            <a:r>
              <a:rPr lang="en-PH" sz="500" dirty="0">
                <a:solidFill>
                  <a:schemeClr val="tx1"/>
                </a:solidFill>
              </a:rPr>
              <a:t>!!!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7A41413-3470-38D1-EA4D-FC736353A1A9}"/>
              </a:ext>
            </a:extLst>
          </p:cNvPr>
          <p:cNvSpPr/>
          <p:nvPr/>
        </p:nvSpPr>
        <p:spPr>
          <a:xfrm>
            <a:off x="-440469" y="7492739"/>
            <a:ext cx="1073604" cy="427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600" dirty="0">
                <a:solidFill>
                  <a:schemeClr val="tx1"/>
                </a:solidFill>
              </a:rPr>
              <a:t>John Doe</a:t>
            </a:r>
          </a:p>
          <a:p>
            <a:endParaRPr lang="en-PH" sz="300" dirty="0">
              <a:solidFill>
                <a:schemeClr val="tx1"/>
              </a:solidFill>
            </a:endParaRPr>
          </a:p>
          <a:p>
            <a:r>
              <a:rPr lang="en-PH" sz="500" dirty="0">
                <a:solidFill>
                  <a:schemeClr val="tx1"/>
                </a:solidFill>
              </a:rPr>
              <a:t>Fast Delivery and legit Product. Gadget Spot </a:t>
            </a:r>
            <a:r>
              <a:rPr lang="en-PH" sz="500" dirty="0" err="1">
                <a:solidFill>
                  <a:schemeClr val="tx1"/>
                </a:solidFill>
              </a:rPr>
              <a:t>Numbawan</a:t>
            </a:r>
            <a:r>
              <a:rPr lang="en-PH" sz="500" dirty="0">
                <a:solidFill>
                  <a:schemeClr val="tx1"/>
                </a:solidFill>
              </a:rPr>
              <a:t>!!!</a:t>
            </a:r>
          </a:p>
        </p:txBody>
      </p:sp>
      <p:sp>
        <p:nvSpPr>
          <p:cNvPr id="88" name="Star: 5 Points 87">
            <a:extLst>
              <a:ext uri="{FF2B5EF4-FFF2-40B4-BE49-F238E27FC236}">
                <a16:creationId xmlns:a16="http://schemas.microsoft.com/office/drawing/2014/main" id="{A1D4FFBB-BDD1-D854-EE68-F39128A50B21}"/>
              </a:ext>
            </a:extLst>
          </p:cNvPr>
          <p:cNvSpPr/>
          <p:nvPr/>
        </p:nvSpPr>
        <p:spPr>
          <a:xfrm flipH="1">
            <a:off x="-346131" y="7958784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9" name="Star: 5 Points 88">
            <a:extLst>
              <a:ext uri="{FF2B5EF4-FFF2-40B4-BE49-F238E27FC236}">
                <a16:creationId xmlns:a16="http://schemas.microsoft.com/office/drawing/2014/main" id="{AE2DC376-6C84-1283-7670-F6B0D7C7B1D9}"/>
              </a:ext>
            </a:extLst>
          </p:cNvPr>
          <p:cNvSpPr/>
          <p:nvPr/>
        </p:nvSpPr>
        <p:spPr>
          <a:xfrm flipH="1">
            <a:off x="-238359" y="7958784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0" name="Star: 5 Points 89">
            <a:extLst>
              <a:ext uri="{FF2B5EF4-FFF2-40B4-BE49-F238E27FC236}">
                <a16:creationId xmlns:a16="http://schemas.microsoft.com/office/drawing/2014/main" id="{6FFB4DD4-D308-5DEB-7F00-DF57700564ED}"/>
              </a:ext>
            </a:extLst>
          </p:cNvPr>
          <p:cNvSpPr/>
          <p:nvPr/>
        </p:nvSpPr>
        <p:spPr>
          <a:xfrm flipH="1">
            <a:off x="-127179" y="7958784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1" name="Star: 5 Points 90">
            <a:extLst>
              <a:ext uri="{FF2B5EF4-FFF2-40B4-BE49-F238E27FC236}">
                <a16:creationId xmlns:a16="http://schemas.microsoft.com/office/drawing/2014/main" id="{6FD01410-2C67-7DE6-4A7F-4A58812ED487}"/>
              </a:ext>
            </a:extLst>
          </p:cNvPr>
          <p:cNvSpPr/>
          <p:nvPr/>
        </p:nvSpPr>
        <p:spPr>
          <a:xfrm flipH="1">
            <a:off x="-19407" y="7955538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2" name="Star: 5 Points 91">
            <a:extLst>
              <a:ext uri="{FF2B5EF4-FFF2-40B4-BE49-F238E27FC236}">
                <a16:creationId xmlns:a16="http://schemas.microsoft.com/office/drawing/2014/main" id="{BA2DEC95-6933-3030-8035-8AC82D34572D}"/>
              </a:ext>
            </a:extLst>
          </p:cNvPr>
          <p:cNvSpPr/>
          <p:nvPr/>
        </p:nvSpPr>
        <p:spPr>
          <a:xfrm flipH="1">
            <a:off x="91517" y="7955537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C3AC354-622C-5228-53D6-A4BD20B702F2}"/>
              </a:ext>
            </a:extLst>
          </p:cNvPr>
          <p:cNvSpPr txBox="1"/>
          <p:nvPr/>
        </p:nvSpPr>
        <p:spPr>
          <a:xfrm>
            <a:off x="2738029" y="4946044"/>
            <a:ext cx="1471878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13" dirty="0">
                <a:solidFill>
                  <a:srgbClr val="C00000"/>
                </a:solidFill>
                <a:latin typeface="Franklin Gothic Demi" panose="020B0703020102020204" pitchFamily="34" charset="0"/>
              </a:rPr>
              <a:t>FEATURED </a:t>
            </a:r>
            <a:r>
              <a:rPr lang="en-US" sz="1013" dirty="0">
                <a:latin typeface="Franklin Gothic Demi" panose="020B0703020102020204" pitchFamily="34" charset="0"/>
              </a:rPr>
              <a:t>PRODUCTS</a:t>
            </a:r>
            <a:endParaRPr lang="en-PH" sz="1013" dirty="0">
              <a:latin typeface="Franklin Gothic Demi" panose="020B0703020102020204" pitchFamily="34" charset="0"/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304FC725-8770-469B-EDD0-C957E5F03D5F}"/>
              </a:ext>
            </a:extLst>
          </p:cNvPr>
          <p:cNvSpPr/>
          <p:nvPr/>
        </p:nvSpPr>
        <p:spPr>
          <a:xfrm>
            <a:off x="2974058" y="532687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F18E7904-FC8C-D0FB-A6CE-DAF5D5368CA0}"/>
              </a:ext>
            </a:extLst>
          </p:cNvPr>
          <p:cNvSpPr/>
          <p:nvPr/>
        </p:nvSpPr>
        <p:spPr>
          <a:xfrm>
            <a:off x="3079296" y="649893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0DA3D8CF-D22A-B35A-BE2F-2DEADF0EEB0C}"/>
              </a:ext>
            </a:extLst>
          </p:cNvPr>
          <p:cNvSpPr/>
          <p:nvPr/>
        </p:nvSpPr>
        <p:spPr>
          <a:xfrm>
            <a:off x="3713517" y="649490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92BB714-59A8-8EF3-AFED-25D273CEFEA3}"/>
              </a:ext>
            </a:extLst>
          </p:cNvPr>
          <p:cNvSpPr/>
          <p:nvPr/>
        </p:nvSpPr>
        <p:spPr>
          <a:xfrm>
            <a:off x="3003097" y="632352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5EB4086D-7EAA-06C7-AB4F-02780A908132}"/>
              </a:ext>
            </a:extLst>
          </p:cNvPr>
          <p:cNvSpPr/>
          <p:nvPr/>
        </p:nvSpPr>
        <p:spPr>
          <a:xfrm>
            <a:off x="3088877" y="542604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524B94E-B2F5-BE48-536C-EFF99735E19E}"/>
              </a:ext>
            </a:extLst>
          </p:cNvPr>
          <p:cNvSpPr/>
          <p:nvPr/>
        </p:nvSpPr>
        <p:spPr>
          <a:xfrm>
            <a:off x="3080658" y="5571298"/>
            <a:ext cx="802925" cy="523621"/>
          </a:xfrm>
          <a:prstGeom prst="rect">
            <a:avLst/>
          </a:prstGeom>
          <a:blipFill dpi="0" rotWithShape="1">
            <a:blip r:embed="rId4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5164" t="-18752" r="5164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F63FAB1-63C2-AEA3-9BEF-3789FAFD10F9}"/>
              </a:ext>
            </a:extLst>
          </p:cNvPr>
          <p:cNvSpPr/>
          <p:nvPr/>
        </p:nvSpPr>
        <p:spPr>
          <a:xfrm>
            <a:off x="3000937" y="611753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F8259B94-8C5E-C447-4597-26F8A51AD5D0}"/>
              </a:ext>
            </a:extLst>
          </p:cNvPr>
          <p:cNvSpPr/>
          <p:nvPr/>
        </p:nvSpPr>
        <p:spPr>
          <a:xfrm>
            <a:off x="4150745" y="532516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819363BF-4B34-13F1-0E8C-04E7C130A722}"/>
              </a:ext>
            </a:extLst>
          </p:cNvPr>
          <p:cNvSpPr/>
          <p:nvPr/>
        </p:nvSpPr>
        <p:spPr>
          <a:xfrm>
            <a:off x="4255983" y="649722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4454A7D9-395D-A2B9-33AE-E91514247CB5}"/>
              </a:ext>
            </a:extLst>
          </p:cNvPr>
          <p:cNvSpPr/>
          <p:nvPr/>
        </p:nvSpPr>
        <p:spPr>
          <a:xfrm>
            <a:off x="4890204" y="649319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30B457E-4FEE-A0B9-6CF2-985FF6E761D5}"/>
              </a:ext>
            </a:extLst>
          </p:cNvPr>
          <p:cNvSpPr/>
          <p:nvPr/>
        </p:nvSpPr>
        <p:spPr>
          <a:xfrm>
            <a:off x="4179784" y="632181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B9D5A115-D1B7-A2C8-11CF-36A31F4BF4C7}"/>
              </a:ext>
            </a:extLst>
          </p:cNvPr>
          <p:cNvSpPr/>
          <p:nvPr/>
        </p:nvSpPr>
        <p:spPr>
          <a:xfrm>
            <a:off x="4265564" y="542433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05D82B65-C02C-1B64-7C31-7123F9549BE5}"/>
              </a:ext>
            </a:extLst>
          </p:cNvPr>
          <p:cNvSpPr/>
          <p:nvPr/>
        </p:nvSpPr>
        <p:spPr>
          <a:xfrm>
            <a:off x="4257345" y="5569588"/>
            <a:ext cx="802925" cy="523621"/>
          </a:xfrm>
          <a:prstGeom prst="rect">
            <a:avLst/>
          </a:prstGeom>
          <a:blipFill dpi="0" rotWithShape="1">
            <a:blip r:embed="rId4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5164" t="-18752" r="5164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EF6E470-2521-7EB6-AE38-1A4A8B561B36}"/>
              </a:ext>
            </a:extLst>
          </p:cNvPr>
          <p:cNvSpPr/>
          <p:nvPr/>
        </p:nvSpPr>
        <p:spPr>
          <a:xfrm>
            <a:off x="4177624" y="611582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4FD4892A-0C5B-CA3C-8673-AA90CC2BDFF0}"/>
              </a:ext>
            </a:extLst>
          </p:cNvPr>
          <p:cNvSpPr/>
          <p:nvPr/>
        </p:nvSpPr>
        <p:spPr>
          <a:xfrm>
            <a:off x="5318477" y="531627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50838BC5-BDC5-0171-38A0-9C335F24B11D}"/>
              </a:ext>
            </a:extLst>
          </p:cNvPr>
          <p:cNvSpPr/>
          <p:nvPr/>
        </p:nvSpPr>
        <p:spPr>
          <a:xfrm>
            <a:off x="5423715" y="648833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F71B689F-73DA-CF30-74ED-5FC4F3CE45F1}"/>
              </a:ext>
            </a:extLst>
          </p:cNvPr>
          <p:cNvSpPr/>
          <p:nvPr/>
        </p:nvSpPr>
        <p:spPr>
          <a:xfrm>
            <a:off x="6057936" y="648431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7CB204B-5929-9856-54BE-50EE2C2FAEBC}"/>
              </a:ext>
            </a:extLst>
          </p:cNvPr>
          <p:cNvSpPr/>
          <p:nvPr/>
        </p:nvSpPr>
        <p:spPr>
          <a:xfrm>
            <a:off x="5347516" y="631292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619200EE-BA9E-ED28-BC2F-209BCEFE7B85}"/>
              </a:ext>
            </a:extLst>
          </p:cNvPr>
          <p:cNvSpPr/>
          <p:nvPr/>
        </p:nvSpPr>
        <p:spPr>
          <a:xfrm>
            <a:off x="5433296" y="541545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052A18F-5A49-B678-52F6-6D7F68B36596}"/>
              </a:ext>
            </a:extLst>
          </p:cNvPr>
          <p:cNvSpPr/>
          <p:nvPr/>
        </p:nvSpPr>
        <p:spPr>
          <a:xfrm>
            <a:off x="5425077" y="5560701"/>
            <a:ext cx="802925" cy="523621"/>
          </a:xfrm>
          <a:prstGeom prst="rect">
            <a:avLst/>
          </a:prstGeom>
          <a:blipFill dpi="0" rotWithShape="1">
            <a:blip r:embed="rId4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16373" t="-1564" r="16373" b="-1564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F0C4A094-75D6-9ABD-7FFB-8ACDA40F62CE}"/>
              </a:ext>
            </a:extLst>
          </p:cNvPr>
          <p:cNvSpPr/>
          <p:nvPr/>
        </p:nvSpPr>
        <p:spPr>
          <a:xfrm>
            <a:off x="5345356" y="610693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CA50AABF-1187-6F4B-482C-9A187EF33A6E}"/>
              </a:ext>
            </a:extLst>
          </p:cNvPr>
          <p:cNvSpPr/>
          <p:nvPr/>
        </p:nvSpPr>
        <p:spPr>
          <a:xfrm>
            <a:off x="1801241" y="5314374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09C779AE-B598-DA66-4D0C-D9AC6E0A1462}"/>
              </a:ext>
            </a:extLst>
          </p:cNvPr>
          <p:cNvSpPr/>
          <p:nvPr/>
        </p:nvSpPr>
        <p:spPr>
          <a:xfrm>
            <a:off x="1906479" y="6486437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7295DF48-15CC-A555-4361-60AA480A946E}"/>
              </a:ext>
            </a:extLst>
          </p:cNvPr>
          <p:cNvSpPr/>
          <p:nvPr/>
        </p:nvSpPr>
        <p:spPr>
          <a:xfrm>
            <a:off x="2540700" y="6482413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4852D81-8C80-B88A-0B2C-FCB483267C5E}"/>
              </a:ext>
            </a:extLst>
          </p:cNvPr>
          <p:cNvSpPr/>
          <p:nvPr/>
        </p:nvSpPr>
        <p:spPr>
          <a:xfrm>
            <a:off x="1830280" y="6311024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FBC98B77-2B5A-B8C6-5CF0-F940292B8D68}"/>
              </a:ext>
            </a:extLst>
          </p:cNvPr>
          <p:cNvSpPr/>
          <p:nvPr/>
        </p:nvSpPr>
        <p:spPr>
          <a:xfrm>
            <a:off x="1916060" y="5413552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9B976AD3-5340-1F61-FE05-BB7B5A7E23EC}"/>
              </a:ext>
            </a:extLst>
          </p:cNvPr>
          <p:cNvSpPr/>
          <p:nvPr/>
        </p:nvSpPr>
        <p:spPr>
          <a:xfrm>
            <a:off x="1907841" y="5558802"/>
            <a:ext cx="802925" cy="523621"/>
          </a:xfrm>
          <a:prstGeom prst="rect">
            <a:avLst/>
          </a:prstGeom>
          <a:blipFill dpi="0" rotWithShape="1">
            <a:blip r:embed="rId4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5164" t="-18752" r="5164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BD0DC5F-D77D-9FC4-F618-3A9774153059}"/>
              </a:ext>
            </a:extLst>
          </p:cNvPr>
          <p:cNvSpPr/>
          <p:nvPr/>
        </p:nvSpPr>
        <p:spPr>
          <a:xfrm>
            <a:off x="1828120" y="6105038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27" name="Rectangle: Rounded Corners 126">
            <a:hlinkClick r:id="rId45" action="ppaction://hlinksldjump">
              <a:snd r:embed="rId6" name="click.wav"/>
            </a:hlinkClick>
            <a:extLst>
              <a:ext uri="{FF2B5EF4-FFF2-40B4-BE49-F238E27FC236}">
                <a16:creationId xmlns:a16="http://schemas.microsoft.com/office/drawing/2014/main" id="{5478000F-2241-43F9-7085-D586F41B210B}"/>
              </a:ext>
            </a:extLst>
          </p:cNvPr>
          <p:cNvSpPr/>
          <p:nvPr/>
        </p:nvSpPr>
        <p:spPr>
          <a:xfrm>
            <a:off x="615719" y="5314498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6B9B73F8-3172-8EB0-1B5A-68324B20130F}"/>
              </a:ext>
            </a:extLst>
          </p:cNvPr>
          <p:cNvSpPr/>
          <p:nvPr/>
        </p:nvSpPr>
        <p:spPr>
          <a:xfrm>
            <a:off x="720957" y="6486561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892993BD-AE55-51B7-6090-88294E43640B}"/>
              </a:ext>
            </a:extLst>
          </p:cNvPr>
          <p:cNvSpPr/>
          <p:nvPr/>
        </p:nvSpPr>
        <p:spPr>
          <a:xfrm>
            <a:off x="1355178" y="6482537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17801850-0189-BB8B-8B5B-4F8B578DA7B9}"/>
              </a:ext>
            </a:extLst>
          </p:cNvPr>
          <p:cNvSpPr/>
          <p:nvPr/>
        </p:nvSpPr>
        <p:spPr>
          <a:xfrm>
            <a:off x="644758" y="6311148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</a:t>
            </a:r>
            <a:r>
              <a:rPr lang="en-PH" sz="700" dirty="0">
                <a:solidFill>
                  <a:schemeClr val="tx1"/>
                </a:solidFill>
                <a:hlinkClick r:id="rId4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3FC30764-DF09-FD16-F9E6-EB1589229D95}"/>
              </a:ext>
            </a:extLst>
          </p:cNvPr>
          <p:cNvSpPr/>
          <p:nvPr/>
        </p:nvSpPr>
        <p:spPr>
          <a:xfrm>
            <a:off x="730538" y="5413676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2" name="Rectangle 131">
            <a:hlinkClick r:id="rId45" action="ppaction://hlinksldjump">
              <a:snd r:embed="rId6" name="click.wav"/>
            </a:hlinkClick>
            <a:extLst>
              <a:ext uri="{FF2B5EF4-FFF2-40B4-BE49-F238E27FC236}">
                <a16:creationId xmlns:a16="http://schemas.microsoft.com/office/drawing/2014/main" id="{A196F0FA-1A97-C05D-ED86-5C96FF9FE9CE}"/>
              </a:ext>
            </a:extLst>
          </p:cNvPr>
          <p:cNvSpPr/>
          <p:nvPr/>
        </p:nvSpPr>
        <p:spPr>
          <a:xfrm>
            <a:off x="722319" y="5558926"/>
            <a:ext cx="802925" cy="523621"/>
          </a:xfrm>
          <a:prstGeom prst="rect">
            <a:avLst/>
          </a:prstGeom>
          <a:blipFill dpi="0" rotWithShape="1">
            <a:blip r:embed="rId4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5164" t="-18752" r="5164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836F4B9-D085-6B71-444E-79065D7ED2A1}"/>
              </a:ext>
            </a:extLst>
          </p:cNvPr>
          <p:cNvSpPr/>
          <p:nvPr/>
        </p:nvSpPr>
        <p:spPr>
          <a:xfrm>
            <a:off x="642598" y="6105162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</p:spTree>
    <p:extLst>
      <p:ext uri="{BB962C8B-B14F-4D97-AF65-F5344CB8AC3E}">
        <p14:creationId xmlns:p14="http://schemas.microsoft.com/office/powerpoint/2010/main" val="1157977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A6B32-9B64-75D2-41A0-CFFDC755C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B3B5DA4-5751-F0D6-1B1A-BBABAEA35B10}"/>
              </a:ext>
            </a:extLst>
          </p:cNvPr>
          <p:cNvSpPr/>
          <p:nvPr/>
        </p:nvSpPr>
        <p:spPr>
          <a:xfrm>
            <a:off x="-72571" y="-42873"/>
            <a:ext cx="7006771" cy="518844"/>
          </a:xfrm>
          <a:prstGeom prst="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2F009EFA-07E6-E4A0-285E-C663C4CD9EFF}"/>
              </a:ext>
            </a:extLst>
          </p:cNvPr>
          <p:cNvSpPr/>
          <p:nvPr/>
        </p:nvSpPr>
        <p:spPr>
          <a:xfrm>
            <a:off x="1650206" y="110326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32F1E1-9A34-B49E-EECF-42E7F1B435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95" y="-203104"/>
            <a:ext cx="867300" cy="867300"/>
          </a:xfrm>
          <a:prstGeom prst="rect">
            <a:avLst/>
          </a:prstGeom>
        </p:spPr>
      </p:pic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08BF74DF-58B2-9D72-67E9-9B2B416B6214}"/>
              </a:ext>
            </a:extLst>
          </p:cNvPr>
          <p:cNvSpPr/>
          <p:nvPr/>
        </p:nvSpPr>
        <p:spPr>
          <a:xfrm>
            <a:off x="4136231" y="110330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DBC660-B7D5-49A5-B27A-A033695D0918}"/>
              </a:ext>
            </a:extLst>
          </p:cNvPr>
          <p:cNvSpPr/>
          <p:nvPr/>
        </p:nvSpPr>
        <p:spPr>
          <a:xfrm>
            <a:off x="1975247" y="110327"/>
            <a:ext cx="2407444" cy="2409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087EC8-CEC2-D2DA-3261-30A559DBCE47}"/>
              </a:ext>
            </a:extLst>
          </p:cNvPr>
          <p:cNvSpPr txBox="1"/>
          <p:nvPr/>
        </p:nvSpPr>
        <p:spPr>
          <a:xfrm>
            <a:off x="1735931" y="123206"/>
            <a:ext cx="48577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>
                <a:solidFill>
                  <a:schemeClr val="bg1">
                    <a:lumMod val="50000"/>
                  </a:schemeClr>
                </a:solidFill>
              </a:rPr>
              <a:t>Search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4DF7E3-F88D-7095-CDE4-E5A228C3CD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789" y="178711"/>
            <a:ext cx="114300" cy="114300"/>
          </a:xfrm>
          <a:prstGeom prst="rect">
            <a:avLst/>
          </a:prstGeom>
        </p:spPr>
      </p:pic>
      <p:pic>
        <p:nvPicPr>
          <p:cNvPr id="13" name="Picture 12">
            <a:hlinkClick r:id="rId4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605FA956-9FD4-EA07-6E24-C1EDAE2118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124" y="166580"/>
            <a:ext cx="175426" cy="1754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D0125D0-C0E9-4813-13B5-1D5E02CAD1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975" y="153571"/>
            <a:ext cx="191297" cy="188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1484A65-0E99-43FC-811D-06208A15E2F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593" y="147861"/>
            <a:ext cx="195732" cy="195732"/>
          </a:xfrm>
          <a:prstGeom prst="rect">
            <a:avLst/>
          </a:prstGeom>
        </p:spPr>
      </p:pic>
      <p:pic>
        <p:nvPicPr>
          <p:cNvPr id="16" name="Picture 15">
            <a:hlinkClick r:id="rId9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F6CD6EE9-365B-DE63-F8FB-34361EEFA40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16" y="114028"/>
            <a:ext cx="246459" cy="246459"/>
          </a:xfrm>
          <a:prstGeom prst="rect">
            <a:avLst/>
          </a:prstGeom>
        </p:spPr>
      </p:pic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CAC2E3EB-FB71-2F62-6FD0-5D76EFDD639D}"/>
              </a:ext>
            </a:extLst>
          </p:cNvPr>
          <p:cNvSpPr/>
          <p:nvPr/>
        </p:nvSpPr>
        <p:spPr>
          <a:xfrm>
            <a:off x="-72571" y="8284021"/>
            <a:ext cx="7006771" cy="1999349"/>
          </a:xfrm>
          <a:prstGeom prst="round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6E640ED-09BE-E0A1-8040-C9A089DD4EF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516" y="8269121"/>
            <a:ext cx="1668550" cy="1668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F06AE0C-4A05-7D47-935A-93C3031B73B0}"/>
              </a:ext>
            </a:extLst>
          </p:cNvPr>
          <p:cNvSpPr txBox="1"/>
          <p:nvPr/>
        </p:nvSpPr>
        <p:spPr>
          <a:xfrm>
            <a:off x="678266" y="8505808"/>
            <a:ext cx="131881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CUSTOMER SERVICE</a:t>
            </a:r>
          </a:p>
          <a:p>
            <a:endParaRPr lang="en-PH" sz="12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Cancellation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Delivery</a:t>
            </a:r>
          </a:p>
          <a:p>
            <a:r>
              <a:rPr lang="en-PH" sz="600" dirty="0">
                <a:solidFill>
                  <a:schemeClr val="bg1"/>
                </a:solidFill>
              </a:rPr>
              <a:t>Order Verification</a:t>
            </a:r>
          </a:p>
          <a:p>
            <a:r>
              <a:rPr lang="en-PH" sz="600" dirty="0">
                <a:solidFill>
                  <a:schemeClr val="bg1"/>
                </a:solidFill>
              </a:rPr>
              <a:t>Payment 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Privacy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Terms and Conditions</a:t>
            </a:r>
          </a:p>
          <a:p>
            <a:r>
              <a:rPr lang="en-PH" sz="600" dirty="0">
                <a:solidFill>
                  <a:schemeClr val="bg1"/>
                </a:solidFill>
              </a:rPr>
              <a:t>Warranty</a:t>
            </a:r>
            <a:endParaRPr lang="en-PH" sz="11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3D5DB7-F766-59E5-A53C-8C1CE80E1B69}"/>
              </a:ext>
            </a:extLst>
          </p:cNvPr>
          <p:cNvSpPr txBox="1"/>
          <p:nvPr/>
        </p:nvSpPr>
        <p:spPr>
          <a:xfrm>
            <a:off x="1996061" y="8505808"/>
            <a:ext cx="1318813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COMPANY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Careers</a:t>
            </a:r>
          </a:p>
          <a:p>
            <a:r>
              <a:rPr lang="en-PH" sz="600" dirty="0">
                <a:solidFill>
                  <a:schemeClr val="bg1"/>
                </a:solidFill>
              </a:rPr>
              <a:t>Contact Us</a:t>
            </a:r>
          </a:p>
          <a:p>
            <a:r>
              <a:rPr lang="en-PH" sz="600" dirty="0">
                <a:solidFill>
                  <a:schemeClr val="bg1"/>
                </a:solidFill>
              </a:rPr>
              <a:t>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News and Articles</a:t>
            </a:r>
          </a:p>
          <a:p>
            <a:r>
              <a:rPr lang="en-PH" sz="600" dirty="0">
                <a:solidFill>
                  <a:schemeClr val="bg1"/>
                </a:solidFill>
              </a:rPr>
              <a:t>Our Company</a:t>
            </a:r>
          </a:p>
          <a:p>
            <a:r>
              <a:rPr lang="en-PH" sz="600" dirty="0">
                <a:solidFill>
                  <a:schemeClr val="bg1"/>
                </a:solidFill>
              </a:rPr>
              <a:t>Reviews</a:t>
            </a:r>
          </a:p>
          <a:p>
            <a:r>
              <a:rPr lang="en-PH" sz="600" dirty="0">
                <a:solidFill>
                  <a:schemeClr val="bg1"/>
                </a:solidFill>
              </a:rPr>
              <a:t>Store Locations</a:t>
            </a:r>
            <a:endParaRPr lang="en-PH" sz="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48F48-64E9-249B-84B6-0D2FD6FF6FBC}"/>
              </a:ext>
            </a:extLst>
          </p:cNvPr>
          <p:cNvSpPr txBox="1"/>
          <p:nvPr/>
        </p:nvSpPr>
        <p:spPr>
          <a:xfrm>
            <a:off x="3000937" y="8508634"/>
            <a:ext cx="131881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LINKS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Gadget Spot Corporate</a:t>
            </a:r>
          </a:p>
          <a:p>
            <a:r>
              <a:rPr lang="en-PH" sz="600" dirty="0">
                <a:solidFill>
                  <a:schemeClr val="bg1"/>
                </a:solidFill>
              </a:rPr>
              <a:t>Gadget Spot Community</a:t>
            </a:r>
          </a:p>
          <a:p>
            <a:r>
              <a:rPr lang="en-PH" sz="600" dirty="0">
                <a:solidFill>
                  <a:schemeClr val="bg1"/>
                </a:solidFill>
              </a:rPr>
              <a:t>Lazada Official Store</a:t>
            </a:r>
          </a:p>
          <a:p>
            <a:r>
              <a:rPr lang="en-PH" sz="600" dirty="0">
                <a:solidFill>
                  <a:schemeClr val="bg1"/>
                </a:solidFill>
              </a:rPr>
              <a:t>Shopee Official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D26AFA-AA54-A2CB-CC63-B7AB11F53191}"/>
              </a:ext>
            </a:extLst>
          </p:cNvPr>
          <p:cNvSpPr txBox="1"/>
          <p:nvPr/>
        </p:nvSpPr>
        <p:spPr>
          <a:xfrm>
            <a:off x="2808861" y="9712247"/>
            <a:ext cx="1362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50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©2026 Gadget SPOT. ALL RIGHTS RESERVED</a:t>
            </a:r>
            <a:endParaRPr lang="en-PH" sz="5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7B70668-66A1-8BEF-96F2-63E8A30F4A26}"/>
              </a:ext>
            </a:extLst>
          </p:cNvPr>
          <p:cNvSpPr txBox="1"/>
          <p:nvPr/>
        </p:nvSpPr>
        <p:spPr>
          <a:xfrm>
            <a:off x="508211" y="758739"/>
            <a:ext cx="154240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Franklin Gothic Demi" panose="020B0703020102020204" pitchFamily="34" charset="0"/>
                <a:hlinkClick r:id="rId12" action="ppaction://hlinksldjump">
                  <a:snd r:embed="rId5" name="click.wav"/>
                </a:hlinkClick>
              </a:rPr>
              <a:t>PRODUCTS</a:t>
            </a:r>
            <a:r>
              <a:rPr lang="en-US" sz="900" dirty="0">
                <a:latin typeface="Franklin Gothic Demi" panose="020B0703020102020204" pitchFamily="34" charset="0"/>
              </a:rPr>
              <a:t> &gt; </a:t>
            </a:r>
            <a:r>
              <a:rPr lang="en-US" sz="900" b="1" u="sng" dirty="0">
                <a:latin typeface="Franklin Gothic Demi" panose="020B0703020102020204" pitchFamily="34" charset="0"/>
              </a:rPr>
              <a:t>PROCESSOR </a:t>
            </a:r>
            <a:endParaRPr lang="en-PH" sz="900" b="1" u="sng" dirty="0">
              <a:latin typeface="Franklin Gothic Demi" panose="020B0703020102020204" pitchFamily="34" charset="0"/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F83B29C1-521F-68AC-C3A3-243C201D1331}"/>
              </a:ext>
            </a:extLst>
          </p:cNvPr>
          <p:cNvSpPr/>
          <p:nvPr/>
        </p:nvSpPr>
        <p:spPr>
          <a:xfrm>
            <a:off x="2974058" y="125059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1176113C-8507-6BBD-C54A-DC756D4E2827}"/>
              </a:ext>
            </a:extLst>
          </p:cNvPr>
          <p:cNvSpPr/>
          <p:nvPr/>
        </p:nvSpPr>
        <p:spPr>
          <a:xfrm>
            <a:off x="3079296" y="242265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CA50454D-F719-DC4F-012D-0BD974195C4E}"/>
              </a:ext>
            </a:extLst>
          </p:cNvPr>
          <p:cNvSpPr/>
          <p:nvPr/>
        </p:nvSpPr>
        <p:spPr>
          <a:xfrm>
            <a:off x="3713517" y="241863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6A68EC5-0E5A-5957-ECD9-37CA85284A68}"/>
              </a:ext>
            </a:extLst>
          </p:cNvPr>
          <p:cNvSpPr/>
          <p:nvPr/>
        </p:nvSpPr>
        <p:spPr>
          <a:xfrm>
            <a:off x="3003097" y="224724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D02EF875-908B-708A-5567-E9BC2EC3F390}"/>
              </a:ext>
            </a:extLst>
          </p:cNvPr>
          <p:cNvSpPr/>
          <p:nvPr/>
        </p:nvSpPr>
        <p:spPr>
          <a:xfrm>
            <a:off x="3088877" y="134977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E14AD95-41A1-FFAA-095C-7194DB9F8421}"/>
              </a:ext>
            </a:extLst>
          </p:cNvPr>
          <p:cNvSpPr/>
          <p:nvPr/>
        </p:nvSpPr>
        <p:spPr>
          <a:xfrm>
            <a:off x="3080658" y="1495020"/>
            <a:ext cx="802925" cy="523621"/>
          </a:xfrm>
          <a:prstGeom prst="rect">
            <a:avLst/>
          </a:prstGeom>
          <a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681" t="-25627" r="681" b="-2562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6024250-0BCD-8ADA-BE3D-F0380E153B96}"/>
              </a:ext>
            </a:extLst>
          </p:cNvPr>
          <p:cNvSpPr/>
          <p:nvPr/>
        </p:nvSpPr>
        <p:spPr>
          <a:xfrm>
            <a:off x="3000937" y="204125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945F540A-AA46-7F11-C92D-8A97C6970625}"/>
              </a:ext>
            </a:extLst>
          </p:cNvPr>
          <p:cNvSpPr/>
          <p:nvPr/>
        </p:nvSpPr>
        <p:spPr>
          <a:xfrm>
            <a:off x="4150745" y="124888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BA82632A-99FF-1BDD-489C-9CBC1B4F8409}"/>
              </a:ext>
            </a:extLst>
          </p:cNvPr>
          <p:cNvSpPr/>
          <p:nvPr/>
        </p:nvSpPr>
        <p:spPr>
          <a:xfrm>
            <a:off x="4255983" y="242094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89D5D8F4-E9C2-A9DE-6BBB-B401A40D16BC}"/>
              </a:ext>
            </a:extLst>
          </p:cNvPr>
          <p:cNvSpPr/>
          <p:nvPr/>
        </p:nvSpPr>
        <p:spPr>
          <a:xfrm>
            <a:off x="4890204" y="241692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16F1E03A-EE26-ED84-E664-CB4641BCEBB5}"/>
              </a:ext>
            </a:extLst>
          </p:cNvPr>
          <p:cNvSpPr/>
          <p:nvPr/>
        </p:nvSpPr>
        <p:spPr>
          <a:xfrm>
            <a:off x="4179784" y="224553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2C39ED23-CC99-A7A5-BDEA-C2442FA32D7D}"/>
              </a:ext>
            </a:extLst>
          </p:cNvPr>
          <p:cNvSpPr/>
          <p:nvPr/>
        </p:nvSpPr>
        <p:spPr>
          <a:xfrm>
            <a:off x="4265564" y="134806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68706CB-2367-01A7-A996-32CE848EB80F}"/>
              </a:ext>
            </a:extLst>
          </p:cNvPr>
          <p:cNvSpPr/>
          <p:nvPr/>
        </p:nvSpPr>
        <p:spPr>
          <a:xfrm>
            <a:off x="4257345" y="1493310"/>
            <a:ext cx="802925" cy="523621"/>
          </a:xfrm>
          <a:prstGeom prst="rect">
            <a:avLst/>
          </a:prstGeom>
          <a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561" t="-29065" r="-1561" b="-2906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364B45A-B095-70EA-2138-CAF6881B8A82}"/>
              </a:ext>
            </a:extLst>
          </p:cNvPr>
          <p:cNvSpPr/>
          <p:nvPr/>
        </p:nvSpPr>
        <p:spPr>
          <a:xfrm>
            <a:off x="4177624" y="203954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FE8E09D8-FD63-A97F-B6B0-644A0F81F1C5}"/>
              </a:ext>
            </a:extLst>
          </p:cNvPr>
          <p:cNvSpPr/>
          <p:nvPr/>
        </p:nvSpPr>
        <p:spPr>
          <a:xfrm>
            <a:off x="5318477" y="1239995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515579E9-A38E-1C6B-A3F5-72F9E643B179}"/>
              </a:ext>
            </a:extLst>
          </p:cNvPr>
          <p:cNvSpPr/>
          <p:nvPr/>
        </p:nvSpPr>
        <p:spPr>
          <a:xfrm>
            <a:off x="5423715" y="2412058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1B08386F-5CA7-23E4-0EED-D22E5C600395}"/>
              </a:ext>
            </a:extLst>
          </p:cNvPr>
          <p:cNvSpPr/>
          <p:nvPr/>
        </p:nvSpPr>
        <p:spPr>
          <a:xfrm>
            <a:off x="6057936" y="2408034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DD26D80F-2D4D-0DBC-224E-89892E5C7B12}"/>
              </a:ext>
            </a:extLst>
          </p:cNvPr>
          <p:cNvSpPr/>
          <p:nvPr/>
        </p:nvSpPr>
        <p:spPr>
          <a:xfrm>
            <a:off x="5347516" y="2236645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BE2D7B21-4534-3454-0FD4-FA4A6E48C7E4}"/>
              </a:ext>
            </a:extLst>
          </p:cNvPr>
          <p:cNvSpPr/>
          <p:nvPr/>
        </p:nvSpPr>
        <p:spPr>
          <a:xfrm>
            <a:off x="5433296" y="1339173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D3C01DE6-9376-9E89-DFEE-4B1C1B255B7D}"/>
              </a:ext>
            </a:extLst>
          </p:cNvPr>
          <p:cNvSpPr/>
          <p:nvPr/>
        </p:nvSpPr>
        <p:spPr>
          <a:xfrm>
            <a:off x="5425077" y="1484423"/>
            <a:ext cx="802925" cy="523621"/>
          </a:xfrm>
          <a:prstGeom prst="rect">
            <a:avLst/>
          </a:prstGeom>
          <a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5164" t="-18752" r="5164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8DB67E4F-E2E5-0FAB-8E62-A2A7409C2FD1}"/>
              </a:ext>
            </a:extLst>
          </p:cNvPr>
          <p:cNvSpPr/>
          <p:nvPr/>
        </p:nvSpPr>
        <p:spPr>
          <a:xfrm>
            <a:off x="5345356" y="2030659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42EFD7F9-B885-E13F-89D0-02407DB7DE84}"/>
              </a:ext>
            </a:extLst>
          </p:cNvPr>
          <p:cNvSpPr/>
          <p:nvPr/>
        </p:nvSpPr>
        <p:spPr>
          <a:xfrm>
            <a:off x="1801241" y="1238096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A597DBFF-9440-B761-BCE0-904B693FB8BC}"/>
              </a:ext>
            </a:extLst>
          </p:cNvPr>
          <p:cNvSpPr/>
          <p:nvPr/>
        </p:nvSpPr>
        <p:spPr>
          <a:xfrm>
            <a:off x="1906479" y="2410159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84C4022A-6AB1-58E9-396A-47A2EA4879E3}"/>
              </a:ext>
            </a:extLst>
          </p:cNvPr>
          <p:cNvSpPr/>
          <p:nvPr/>
        </p:nvSpPr>
        <p:spPr>
          <a:xfrm>
            <a:off x="2540700" y="2406135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36F8B951-79A4-C7A3-6824-EE736EC100DE}"/>
              </a:ext>
            </a:extLst>
          </p:cNvPr>
          <p:cNvSpPr/>
          <p:nvPr/>
        </p:nvSpPr>
        <p:spPr>
          <a:xfrm>
            <a:off x="1830280" y="2234746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57D77DC6-C1D9-7A3B-5709-4FBD03DB326D}"/>
              </a:ext>
            </a:extLst>
          </p:cNvPr>
          <p:cNvSpPr/>
          <p:nvPr/>
        </p:nvSpPr>
        <p:spPr>
          <a:xfrm>
            <a:off x="1916060" y="1337274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46A413D-A288-854E-30D3-309794BE95DF}"/>
              </a:ext>
            </a:extLst>
          </p:cNvPr>
          <p:cNvSpPr/>
          <p:nvPr/>
        </p:nvSpPr>
        <p:spPr>
          <a:xfrm>
            <a:off x="1907841" y="1482524"/>
            <a:ext cx="802925" cy="523621"/>
          </a:xfrm>
          <a:prstGeom prst="rect">
            <a:avLst/>
          </a:prstGeom>
          <a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6045" t="-35940" r="-6045" b="-3594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16BF1A3E-5B89-D7F8-0827-D7E0B617C9DC}"/>
              </a:ext>
            </a:extLst>
          </p:cNvPr>
          <p:cNvSpPr/>
          <p:nvPr/>
        </p:nvSpPr>
        <p:spPr>
          <a:xfrm>
            <a:off x="1828120" y="2028760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49AFB26F-CDE4-F084-A62E-6B773224E11A}"/>
              </a:ext>
            </a:extLst>
          </p:cNvPr>
          <p:cNvSpPr/>
          <p:nvPr/>
        </p:nvSpPr>
        <p:spPr>
          <a:xfrm>
            <a:off x="615719" y="123822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FBBA7A61-75E8-2E9E-4845-DFD4F79AD2C5}"/>
              </a:ext>
            </a:extLst>
          </p:cNvPr>
          <p:cNvSpPr/>
          <p:nvPr/>
        </p:nvSpPr>
        <p:spPr>
          <a:xfrm>
            <a:off x="720957" y="241028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D506511C-CF30-B4B2-61F1-C74EC2993595}"/>
              </a:ext>
            </a:extLst>
          </p:cNvPr>
          <p:cNvSpPr/>
          <p:nvPr/>
        </p:nvSpPr>
        <p:spPr>
          <a:xfrm>
            <a:off x="1355178" y="240625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3D63E76-4701-D952-CDDF-4447887332DC}"/>
              </a:ext>
            </a:extLst>
          </p:cNvPr>
          <p:cNvSpPr/>
          <p:nvPr/>
        </p:nvSpPr>
        <p:spPr>
          <a:xfrm>
            <a:off x="644758" y="223487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3EC4FC52-2103-E72E-1DD2-E884FD66C167}"/>
              </a:ext>
            </a:extLst>
          </p:cNvPr>
          <p:cNvSpPr/>
          <p:nvPr/>
        </p:nvSpPr>
        <p:spPr>
          <a:xfrm>
            <a:off x="730538" y="133739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143FF6A9-FBEE-8862-235C-C4F592CD4627}"/>
              </a:ext>
            </a:extLst>
          </p:cNvPr>
          <p:cNvSpPr/>
          <p:nvPr/>
        </p:nvSpPr>
        <p:spPr>
          <a:xfrm>
            <a:off x="722319" y="1482648"/>
            <a:ext cx="802925" cy="523621"/>
          </a:xfrm>
          <a:prstGeom prst="rect">
            <a:avLst/>
          </a:prstGeom>
          <a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5164" t="-18752" r="5164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44DBCF73-EBC6-FBB1-4752-44A7179A4449}"/>
              </a:ext>
            </a:extLst>
          </p:cNvPr>
          <p:cNvSpPr/>
          <p:nvPr/>
        </p:nvSpPr>
        <p:spPr>
          <a:xfrm>
            <a:off x="642598" y="202888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18370D8-AC33-3FB0-581C-0ED06EA1B3AB}"/>
              </a:ext>
            </a:extLst>
          </p:cNvPr>
          <p:cNvSpPr/>
          <p:nvPr/>
        </p:nvSpPr>
        <p:spPr>
          <a:xfrm>
            <a:off x="2974058" y="299217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54E7E3D-A2D6-75B4-A4FF-B425D3BEEFF7}"/>
              </a:ext>
            </a:extLst>
          </p:cNvPr>
          <p:cNvSpPr/>
          <p:nvPr/>
        </p:nvSpPr>
        <p:spPr>
          <a:xfrm>
            <a:off x="3079296" y="416423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AD9E90A-DE45-3C39-1BE4-3FE181A654D9}"/>
              </a:ext>
            </a:extLst>
          </p:cNvPr>
          <p:cNvSpPr/>
          <p:nvPr/>
        </p:nvSpPr>
        <p:spPr>
          <a:xfrm>
            <a:off x="3713517" y="416020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48584E4-E172-7C4D-22AD-3F3772E6D59E}"/>
              </a:ext>
            </a:extLst>
          </p:cNvPr>
          <p:cNvSpPr/>
          <p:nvPr/>
        </p:nvSpPr>
        <p:spPr>
          <a:xfrm>
            <a:off x="3003097" y="398882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595A3A0C-A646-8E4E-1E1F-F64A5A470E8D}"/>
              </a:ext>
            </a:extLst>
          </p:cNvPr>
          <p:cNvSpPr/>
          <p:nvPr/>
        </p:nvSpPr>
        <p:spPr>
          <a:xfrm>
            <a:off x="3088877" y="309134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FB99AEC-739C-2F72-0D73-383538840E5B}"/>
              </a:ext>
            </a:extLst>
          </p:cNvPr>
          <p:cNvSpPr/>
          <p:nvPr/>
        </p:nvSpPr>
        <p:spPr>
          <a:xfrm>
            <a:off x="3080658" y="3236598"/>
            <a:ext cx="802925" cy="523621"/>
          </a:xfrm>
          <a:prstGeom prst="rect">
            <a:avLst/>
          </a:prstGeom>
          <a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5164" t="-18752" r="5164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980C131-C026-52A8-9AF2-DF4147C3FCFE}"/>
              </a:ext>
            </a:extLst>
          </p:cNvPr>
          <p:cNvSpPr/>
          <p:nvPr/>
        </p:nvSpPr>
        <p:spPr>
          <a:xfrm>
            <a:off x="3000937" y="378283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D533B38-EE77-0167-563F-71F83B8E4B02}"/>
              </a:ext>
            </a:extLst>
          </p:cNvPr>
          <p:cNvSpPr/>
          <p:nvPr/>
        </p:nvSpPr>
        <p:spPr>
          <a:xfrm>
            <a:off x="4150745" y="299046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4B9E603F-4B8E-D39D-8E34-E26CEF12AC6C}"/>
              </a:ext>
            </a:extLst>
          </p:cNvPr>
          <p:cNvSpPr/>
          <p:nvPr/>
        </p:nvSpPr>
        <p:spPr>
          <a:xfrm>
            <a:off x="4255983" y="416252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9077CA98-9AC5-8163-7F63-544E29920E82}"/>
              </a:ext>
            </a:extLst>
          </p:cNvPr>
          <p:cNvSpPr/>
          <p:nvPr/>
        </p:nvSpPr>
        <p:spPr>
          <a:xfrm>
            <a:off x="4890204" y="415849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C6BFDB4-E98F-D077-100C-5D6DEED9612E}"/>
              </a:ext>
            </a:extLst>
          </p:cNvPr>
          <p:cNvSpPr/>
          <p:nvPr/>
        </p:nvSpPr>
        <p:spPr>
          <a:xfrm>
            <a:off x="4179784" y="398711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D84E8BD1-E60C-1CD4-3E27-4EAD85978C51}"/>
              </a:ext>
            </a:extLst>
          </p:cNvPr>
          <p:cNvSpPr/>
          <p:nvPr/>
        </p:nvSpPr>
        <p:spPr>
          <a:xfrm>
            <a:off x="4265564" y="308963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0EFFFA9-8187-19C5-F53B-EAC0796B19CC}"/>
              </a:ext>
            </a:extLst>
          </p:cNvPr>
          <p:cNvSpPr/>
          <p:nvPr/>
        </p:nvSpPr>
        <p:spPr>
          <a:xfrm>
            <a:off x="4257345" y="3234888"/>
            <a:ext cx="802925" cy="523621"/>
          </a:xfrm>
          <a:prstGeom prst="rect">
            <a:avLst/>
          </a:prstGeom>
          <a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9647" t="-11877" r="9647" b="-1187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28D4B82-4B08-0E0B-B4C9-31A9792FDE92}"/>
              </a:ext>
            </a:extLst>
          </p:cNvPr>
          <p:cNvSpPr/>
          <p:nvPr/>
        </p:nvSpPr>
        <p:spPr>
          <a:xfrm>
            <a:off x="4177624" y="378112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DDC1A4A1-6E8D-ADAF-DD1B-2759A8CEFBC4}"/>
              </a:ext>
            </a:extLst>
          </p:cNvPr>
          <p:cNvSpPr/>
          <p:nvPr/>
        </p:nvSpPr>
        <p:spPr>
          <a:xfrm>
            <a:off x="5318477" y="298157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D8C227A2-18E1-F422-979F-8411C57FA33F}"/>
              </a:ext>
            </a:extLst>
          </p:cNvPr>
          <p:cNvSpPr/>
          <p:nvPr/>
        </p:nvSpPr>
        <p:spPr>
          <a:xfrm>
            <a:off x="5423715" y="415363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79E5A96C-A272-3149-25EB-91C11C3B7274}"/>
              </a:ext>
            </a:extLst>
          </p:cNvPr>
          <p:cNvSpPr/>
          <p:nvPr/>
        </p:nvSpPr>
        <p:spPr>
          <a:xfrm>
            <a:off x="6057936" y="414961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68599F3C-484C-8430-8570-C57942A31656}"/>
              </a:ext>
            </a:extLst>
          </p:cNvPr>
          <p:cNvSpPr/>
          <p:nvPr/>
        </p:nvSpPr>
        <p:spPr>
          <a:xfrm>
            <a:off x="5347516" y="397822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E2797AA3-26B4-9BB9-451D-D0136C77453A}"/>
              </a:ext>
            </a:extLst>
          </p:cNvPr>
          <p:cNvSpPr/>
          <p:nvPr/>
        </p:nvSpPr>
        <p:spPr>
          <a:xfrm>
            <a:off x="5433296" y="308075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19A478A-1D61-77D7-BB99-12772633F1F9}"/>
              </a:ext>
            </a:extLst>
          </p:cNvPr>
          <p:cNvSpPr/>
          <p:nvPr/>
        </p:nvSpPr>
        <p:spPr>
          <a:xfrm>
            <a:off x="5425077" y="3226001"/>
            <a:ext cx="802925" cy="523621"/>
          </a:xfrm>
          <a:prstGeom prst="rect">
            <a:avLst/>
          </a:prstGeom>
          <a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9647" t="-11877" r="9647" b="-1187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E4970CE-F46C-5E05-03EE-79DAF57D4875}"/>
              </a:ext>
            </a:extLst>
          </p:cNvPr>
          <p:cNvSpPr/>
          <p:nvPr/>
        </p:nvSpPr>
        <p:spPr>
          <a:xfrm>
            <a:off x="5345356" y="377223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41B9B526-6F67-5424-4172-4192291ED3B8}"/>
              </a:ext>
            </a:extLst>
          </p:cNvPr>
          <p:cNvSpPr/>
          <p:nvPr/>
        </p:nvSpPr>
        <p:spPr>
          <a:xfrm>
            <a:off x="1801241" y="2979674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BC190777-CE6B-7DF5-3E04-23764E0CDC60}"/>
              </a:ext>
            </a:extLst>
          </p:cNvPr>
          <p:cNvSpPr/>
          <p:nvPr/>
        </p:nvSpPr>
        <p:spPr>
          <a:xfrm>
            <a:off x="1906479" y="4151737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617A27CA-A932-122F-9508-3DE8FF3EE7A6}"/>
              </a:ext>
            </a:extLst>
          </p:cNvPr>
          <p:cNvSpPr/>
          <p:nvPr/>
        </p:nvSpPr>
        <p:spPr>
          <a:xfrm>
            <a:off x="2540700" y="4147713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161E8C91-564C-4FA3-833C-4BD8B34FEC29}"/>
              </a:ext>
            </a:extLst>
          </p:cNvPr>
          <p:cNvSpPr/>
          <p:nvPr/>
        </p:nvSpPr>
        <p:spPr>
          <a:xfrm>
            <a:off x="1830280" y="3976324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7CE34716-F08D-47AA-4E26-4530E6498BD4}"/>
              </a:ext>
            </a:extLst>
          </p:cNvPr>
          <p:cNvSpPr/>
          <p:nvPr/>
        </p:nvSpPr>
        <p:spPr>
          <a:xfrm>
            <a:off x="1916060" y="3078852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C56BF9C3-E2AB-0A53-FF76-32CE3577FC51}"/>
              </a:ext>
            </a:extLst>
          </p:cNvPr>
          <p:cNvSpPr/>
          <p:nvPr/>
        </p:nvSpPr>
        <p:spPr>
          <a:xfrm>
            <a:off x="1907841" y="3224102"/>
            <a:ext cx="802925" cy="523621"/>
          </a:xfrm>
          <a:prstGeom prst="rect">
            <a:avLst/>
          </a:prstGeom>
          <a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5164" t="-18752" r="5164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7C09202-F4A0-88AB-4A7F-117B6550533F}"/>
              </a:ext>
            </a:extLst>
          </p:cNvPr>
          <p:cNvSpPr/>
          <p:nvPr/>
        </p:nvSpPr>
        <p:spPr>
          <a:xfrm>
            <a:off x="1828120" y="3770338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B6647D94-673D-DF06-8682-9C7AADADC200}"/>
              </a:ext>
            </a:extLst>
          </p:cNvPr>
          <p:cNvSpPr/>
          <p:nvPr/>
        </p:nvSpPr>
        <p:spPr>
          <a:xfrm>
            <a:off x="615719" y="2979798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2A598857-30AE-D4C7-A93A-44FE5742815A}"/>
              </a:ext>
            </a:extLst>
          </p:cNvPr>
          <p:cNvSpPr/>
          <p:nvPr/>
        </p:nvSpPr>
        <p:spPr>
          <a:xfrm>
            <a:off x="720957" y="4151861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C3E81B04-1607-E0EA-9875-ED8F0F7C0911}"/>
              </a:ext>
            </a:extLst>
          </p:cNvPr>
          <p:cNvSpPr/>
          <p:nvPr/>
        </p:nvSpPr>
        <p:spPr>
          <a:xfrm>
            <a:off x="1355178" y="4147837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431B3FE-9F01-D107-3C21-189A501BB814}"/>
              </a:ext>
            </a:extLst>
          </p:cNvPr>
          <p:cNvSpPr/>
          <p:nvPr/>
        </p:nvSpPr>
        <p:spPr>
          <a:xfrm>
            <a:off x="644758" y="3976448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DF7CE2B0-3F16-3654-D10F-A650C0C0F701}"/>
              </a:ext>
            </a:extLst>
          </p:cNvPr>
          <p:cNvSpPr/>
          <p:nvPr/>
        </p:nvSpPr>
        <p:spPr>
          <a:xfrm>
            <a:off x="730538" y="3078976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A8367F94-A4E4-1B31-9678-76868CFA7483}"/>
              </a:ext>
            </a:extLst>
          </p:cNvPr>
          <p:cNvSpPr/>
          <p:nvPr/>
        </p:nvSpPr>
        <p:spPr>
          <a:xfrm>
            <a:off x="722319" y="3224226"/>
            <a:ext cx="802925" cy="523621"/>
          </a:xfrm>
          <a:prstGeom prst="rect">
            <a:avLst/>
          </a:prstGeom>
          <a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9647" t="-11877" r="9647" b="-1187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75ECFE81-1DB7-E249-72C5-006DF53D0E20}"/>
              </a:ext>
            </a:extLst>
          </p:cNvPr>
          <p:cNvSpPr/>
          <p:nvPr/>
        </p:nvSpPr>
        <p:spPr>
          <a:xfrm>
            <a:off x="642598" y="3770462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2C7361D8-5EE8-849D-1A62-C2660F08D9E1}"/>
              </a:ext>
            </a:extLst>
          </p:cNvPr>
          <p:cNvSpPr/>
          <p:nvPr/>
        </p:nvSpPr>
        <p:spPr>
          <a:xfrm>
            <a:off x="2974058" y="476759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F0290F44-1722-AE2E-70C5-FD5C4BD9E13B}"/>
              </a:ext>
            </a:extLst>
          </p:cNvPr>
          <p:cNvSpPr/>
          <p:nvPr/>
        </p:nvSpPr>
        <p:spPr>
          <a:xfrm>
            <a:off x="3079296" y="593965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30E5053B-73E4-193C-5FF5-22CC81D8C0B9}"/>
              </a:ext>
            </a:extLst>
          </p:cNvPr>
          <p:cNvSpPr/>
          <p:nvPr/>
        </p:nvSpPr>
        <p:spPr>
          <a:xfrm>
            <a:off x="3713517" y="593563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9A894A83-DD9A-7475-AD36-B1D4CD5532B7}"/>
              </a:ext>
            </a:extLst>
          </p:cNvPr>
          <p:cNvSpPr/>
          <p:nvPr/>
        </p:nvSpPr>
        <p:spPr>
          <a:xfrm>
            <a:off x="3003097" y="576424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BB98E222-DA16-871F-205A-2FC36625E3F2}"/>
              </a:ext>
            </a:extLst>
          </p:cNvPr>
          <p:cNvSpPr/>
          <p:nvPr/>
        </p:nvSpPr>
        <p:spPr>
          <a:xfrm>
            <a:off x="3088877" y="486677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DF768EB5-2087-6C5F-F524-E62D141F1A18}"/>
              </a:ext>
            </a:extLst>
          </p:cNvPr>
          <p:cNvSpPr/>
          <p:nvPr/>
        </p:nvSpPr>
        <p:spPr>
          <a:xfrm>
            <a:off x="3080658" y="5012021"/>
            <a:ext cx="802925" cy="523621"/>
          </a:xfrm>
          <a:prstGeom prst="rect">
            <a:avLst/>
          </a:prstGeom>
          <a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1890" t="-8439" r="11890" b="-843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E2CCC5FD-8C88-E3ED-1D38-619DBB3EC702}"/>
              </a:ext>
            </a:extLst>
          </p:cNvPr>
          <p:cNvSpPr/>
          <p:nvPr/>
        </p:nvSpPr>
        <p:spPr>
          <a:xfrm>
            <a:off x="3000937" y="555825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0510BAAE-33CD-AE26-91F1-53464AD7374D}"/>
              </a:ext>
            </a:extLst>
          </p:cNvPr>
          <p:cNvSpPr/>
          <p:nvPr/>
        </p:nvSpPr>
        <p:spPr>
          <a:xfrm>
            <a:off x="4150745" y="476588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397A96FF-5259-EAFB-67AA-47971DC1734A}"/>
              </a:ext>
            </a:extLst>
          </p:cNvPr>
          <p:cNvSpPr/>
          <p:nvPr/>
        </p:nvSpPr>
        <p:spPr>
          <a:xfrm>
            <a:off x="4255983" y="593794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3F0F7056-8F85-2686-E9F5-834E7889FABB}"/>
              </a:ext>
            </a:extLst>
          </p:cNvPr>
          <p:cNvSpPr/>
          <p:nvPr/>
        </p:nvSpPr>
        <p:spPr>
          <a:xfrm>
            <a:off x="4890204" y="593392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0AEC1F37-6FEA-237C-BA6D-5F4FB8F054D3}"/>
              </a:ext>
            </a:extLst>
          </p:cNvPr>
          <p:cNvSpPr/>
          <p:nvPr/>
        </p:nvSpPr>
        <p:spPr>
          <a:xfrm>
            <a:off x="4179784" y="576253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E6A93EDC-32FE-4403-855D-2F38FC20C5F6}"/>
              </a:ext>
            </a:extLst>
          </p:cNvPr>
          <p:cNvSpPr/>
          <p:nvPr/>
        </p:nvSpPr>
        <p:spPr>
          <a:xfrm>
            <a:off x="4265564" y="486506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CE113013-9585-5E3D-E2C7-42754B94FE81}"/>
              </a:ext>
            </a:extLst>
          </p:cNvPr>
          <p:cNvSpPr/>
          <p:nvPr/>
        </p:nvSpPr>
        <p:spPr>
          <a:xfrm>
            <a:off x="4257345" y="5010311"/>
            <a:ext cx="802925" cy="523621"/>
          </a:xfrm>
          <a:prstGeom prst="rect">
            <a:avLst/>
          </a:prstGeom>
          <a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1890" t="-8439" r="11890" b="-843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B131BECE-CA70-7BE7-5C04-6221D8C21EF4}"/>
              </a:ext>
            </a:extLst>
          </p:cNvPr>
          <p:cNvSpPr/>
          <p:nvPr/>
        </p:nvSpPr>
        <p:spPr>
          <a:xfrm>
            <a:off x="4177624" y="555654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77DE7045-A715-BCB8-52BE-68A543EA2037}"/>
              </a:ext>
            </a:extLst>
          </p:cNvPr>
          <p:cNvSpPr/>
          <p:nvPr/>
        </p:nvSpPr>
        <p:spPr>
          <a:xfrm>
            <a:off x="5318477" y="4756996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55DE221C-6CE4-9712-247D-1F9DE6D05219}"/>
              </a:ext>
            </a:extLst>
          </p:cNvPr>
          <p:cNvSpPr/>
          <p:nvPr/>
        </p:nvSpPr>
        <p:spPr>
          <a:xfrm>
            <a:off x="5423715" y="5929059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A98A0BC9-9DDC-29BF-EA1E-941E910109A7}"/>
              </a:ext>
            </a:extLst>
          </p:cNvPr>
          <p:cNvSpPr/>
          <p:nvPr/>
        </p:nvSpPr>
        <p:spPr>
          <a:xfrm>
            <a:off x="6057936" y="5925035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225AD88D-D30E-D725-EF7F-ECA5A16A182E}"/>
              </a:ext>
            </a:extLst>
          </p:cNvPr>
          <p:cNvSpPr/>
          <p:nvPr/>
        </p:nvSpPr>
        <p:spPr>
          <a:xfrm>
            <a:off x="5347516" y="5753646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C2D2863C-5EDC-C74F-DFE9-BBBD1D9DCE5C}"/>
              </a:ext>
            </a:extLst>
          </p:cNvPr>
          <p:cNvSpPr/>
          <p:nvPr/>
        </p:nvSpPr>
        <p:spPr>
          <a:xfrm>
            <a:off x="5433296" y="4856174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43D1ECB7-6491-4786-E851-9480D59C1607}"/>
              </a:ext>
            </a:extLst>
          </p:cNvPr>
          <p:cNvSpPr/>
          <p:nvPr/>
        </p:nvSpPr>
        <p:spPr>
          <a:xfrm>
            <a:off x="5425077" y="5001424"/>
            <a:ext cx="802925" cy="523621"/>
          </a:xfrm>
          <a:prstGeom prst="rect">
            <a:avLst/>
          </a:prstGeom>
          <a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9647" t="-11877" r="9647" b="-1187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304788AB-97CB-ED6B-F8AD-EE798782F518}"/>
              </a:ext>
            </a:extLst>
          </p:cNvPr>
          <p:cNvSpPr/>
          <p:nvPr/>
        </p:nvSpPr>
        <p:spPr>
          <a:xfrm>
            <a:off x="5345356" y="5547660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02531B99-5A55-2CBA-74BE-D9C2D7287356}"/>
              </a:ext>
            </a:extLst>
          </p:cNvPr>
          <p:cNvSpPr/>
          <p:nvPr/>
        </p:nvSpPr>
        <p:spPr>
          <a:xfrm>
            <a:off x="1801241" y="4755097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B47B0DA8-FCAD-23E9-E2ED-6F1C34483D0C}"/>
              </a:ext>
            </a:extLst>
          </p:cNvPr>
          <p:cNvSpPr/>
          <p:nvPr/>
        </p:nvSpPr>
        <p:spPr>
          <a:xfrm>
            <a:off x="1906479" y="5927160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3723E203-5A22-D820-DFAB-830AABBD1BD4}"/>
              </a:ext>
            </a:extLst>
          </p:cNvPr>
          <p:cNvSpPr/>
          <p:nvPr/>
        </p:nvSpPr>
        <p:spPr>
          <a:xfrm>
            <a:off x="2540700" y="5923136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11DF7C6C-6F94-5B7B-C96D-378BCBAC63CF}"/>
              </a:ext>
            </a:extLst>
          </p:cNvPr>
          <p:cNvSpPr/>
          <p:nvPr/>
        </p:nvSpPr>
        <p:spPr>
          <a:xfrm>
            <a:off x="1830280" y="5751747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C307BEBC-9381-F3EA-8A53-5B7A6A34AEEE}"/>
              </a:ext>
            </a:extLst>
          </p:cNvPr>
          <p:cNvSpPr/>
          <p:nvPr/>
        </p:nvSpPr>
        <p:spPr>
          <a:xfrm>
            <a:off x="1916060" y="4854275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7F46FDD9-5403-BCFE-9339-7CB06434870A}"/>
              </a:ext>
            </a:extLst>
          </p:cNvPr>
          <p:cNvSpPr/>
          <p:nvPr/>
        </p:nvSpPr>
        <p:spPr>
          <a:xfrm>
            <a:off x="1907841" y="4999525"/>
            <a:ext cx="802925" cy="523621"/>
          </a:xfrm>
          <a:prstGeom prst="rect">
            <a:avLst/>
          </a:prstGeom>
          <a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9647" t="-11877" r="9647" b="-1187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A125E465-C444-C3F0-6121-0BD84629CE9E}"/>
              </a:ext>
            </a:extLst>
          </p:cNvPr>
          <p:cNvSpPr/>
          <p:nvPr/>
        </p:nvSpPr>
        <p:spPr>
          <a:xfrm>
            <a:off x="1828120" y="5545761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5752763B-87F3-BF16-1DB9-3F2719B99FF4}"/>
              </a:ext>
            </a:extLst>
          </p:cNvPr>
          <p:cNvSpPr/>
          <p:nvPr/>
        </p:nvSpPr>
        <p:spPr>
          <a:xfrm>
            <a:off x="615719" y="4755221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D2AF75AD-C573-2E83-0DF6-B2F20D7A57AF}"/>
              </a:ext>
            </a:extLst>
          </p:cNvPr>
          <p:cNvSpPr/>
          <p:nvPr/>
        </p:nvSpPr>
        <p:spPr>
          <a:xfrm>
            <a:off x="720957" y="5927284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F9309A21-F8D1-44ED-5370-F3BB0FE7ADF6}"/>
              </a:ext>
            </a:extLst>
          </p:cNvPr>
          <p:cNvSpPr/>
          <p:nvPr/>
        </p:nvSpPr>
        <p:spPr>
          <a:xfrm>
            <a:off x="1355178" y="5923260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E00B56BC-6A1D-9544-4D10-8211D38D4B2A}"/>
              </a:ext>
            </a:extLst>
          </p:cNvPr>
          <p:cNvSpPr/>
          <p:nvPr/>
        </p:nvSpPr>
        <p:spPr>
          <a:xfrm>
            <a:off x="644758" y="5751871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17DA8350-C4CE-14E5-701B-279B0E06AFFA}"/>
              </a:ext>
            </a:extLst>
          </p:cNvPr>
          <p:cNvSpPr/>
          <p:nvPr/>
        </p:nvSpPr>
        <p:spPr>
          <a:xfrm>
            <a:off x="730538" y="4854399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EFA10813-604F-1B91-A93E-07F8B25F5378}"/>
              </a:ext>
            </a:extLst>
          </p:cNvPr>
          <p:cNvSpPr/>
          <p:nvPr/>
        </p:nvSpPr>
        <p:spPr>
          <a:xfrm>
            <a:off x="722319" y="4999649"/>
            <a:ext cx="802925" cy="523621"/>
          </a:xfrm>
          <a:prstGeom prst="rect">
            <a:avLst/>
          </a:prstGeom>
          <a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1890" t="-8439" r="11890" b="-843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3BEEC2D8-02D0-BF1A-6101-AE456DD3E7D7}"/>
              </a:ext>
            </a:extLst>
          </p:cNvPr>
          <p:cNvSpPr/>
          <p:nvPr/>
        </p:nvSpPr>
        <p:spPr>
          <a:xfrm>
            <a:off x="642598" y="5545885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7B7EA19B-8D4A-56A5-32E8-3E702743678E}"/>
              </a:ext>
            </a:extLst>
          </p:cNvPr>
          <p:cNvSpPr/>
          <p:nvPr/>
        </p:nvSpPr>
        <p:spPr>
          <a:xfrm>
            <a:off x="2974058" y="6573735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AD1BC3E8-D5B2-E9B6-4424-B8EDC163188D}"/>
              </a:ext>
            </a:extLst>
          </p:cNvPr>
          <p:cNvSpPr/>
          <p:nvPr/>
        </p:nvSpPr>
        <p:spPr>
          <a:xfrm>
            <a:off x="3079296" y="7745798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741E42A9-CDF0-C06A-2E24-11DED6F86510}"/>
              </a:ext>
            </a:extLst>
          </p:cNvPr>
          <p:cNvSpPr/>
          <p:nvPr/>
        </p:nvSpPr>
        <p:spPr>
          <a:xfrm>
            <a:off x="3713517" y="7741774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D1148A41-B3C9-0A75-2F1F-9E04366AD173}"/>
              </a:ext>
            </a:extLst>
          </p:cNvPr>
          <p:cNvSpPr/>
          <p:nvPr/>
        </p:nvSpPr>
        <p:spPr>
          <a:xfrm>
            <a:off x="3003097" y="7570385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C4C980AD-86F6-7526-0855-25E6F09A123B}"/>
              </a:ext>
            </a:extLst>
          </p:cNvPr>
          <p:cNvSpPr/>
          <p:nvPr/>
        </p:nvSpPr>
        <p:spPr>
          <a:xfrm>
            <a:off x="3088877" y="6672913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4486C2EA-5026-5FC8-95E5-BF44ACAE91F7}"/>
              </a:ext>
            </a:extLst>
          </p:cNvPr>
          <p:cNvSpPr/>
          <p:nvPr/>
        </p:nvSpPr>
        <p:spPr>
          <a:xfrm>
            <a:off x="3080658" y="6818163"/>
            <a:ext cx="802925" cy="523621"/>
          </a:xfrm>
          <a:prstGeom prst="rect">
            <a:avLst/>
          </a:prstGeom>
          <a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9647" t="-11877" r="9647" b="-1187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93E454FB-BA34-5545-4EB2-9C6702B121DE}"/>
              </a:ext>
            </a:extLst>
          </p:cNvPr>
          <p:cNvSpPr/>
          <p:nvPr/>
        </p:nvSpPr>
        <p:spPr>
          <a:xfrm>
            <a:off x="3000937" y="7364399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96" name="Rectangle: Rounded Corners 195">
            <a:extLst>
              <a:ext uri="{FF2B5EF4-FFF2-40B4-BE49-F238E27FC236}">
                <a16:creationId xmlns:a16="http://schemas.microsoft.com/office/drawing/2014/main" id="{2371D981-D8E9-7226-B687-FD1F6EA976C5}"/>
              </a:ext>
            </a:extLst>
          </p:cNvPr>
          <p:cNvSpPr/>
          <p:nvPr/>
        </p:nvSpPr>
        <p:spPr>
          <a:xfrm>
            <a:off x="4150745" y="6572025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A50F8B32-3228-FC34-ECB9-E6FDB7CC0372}"/>
              </a:ext>
            </a:extLst>
          </p:cNvPr>
          <p:cNvSpPr/>
          <p:nvPr/>
        </p:nvSpPr>
        <p:spPr>
          <a:xfrm>
            <a:off x="4255983" y="7744088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98" name="Rectangle: Rounded Corners 197">
            <a:extLst>
              <a:ext uri="{FF2B5EF4-FFF2-40B4-BE49-F238E27FC236}">
                <a16:creationId xmlns:a16="http://schemas.microsoft.com/office/drawing/2014/main" id="{2022607D-6071-D0A7-F738-5A6C7CFDD84E}"/>
              </a:ext>
            </a:extLst>
          </p:cNvPr>
          <p:cNvSpPr/>
          <p:nvPr/>
        </p:nvSpPr>
        <p:spPr>
          <a:xfrm>
            <a:off x="4890204" y="7740064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C6D0CB6C-7CDA-350D-B9A7-51816099F0B7}"/>
              </a:ext>
            </a:extLst>
          </p:cNvPr>
          <p:cNvSpPr/>
          <p:nvPr/>
        </p:nvSpPr>
        <p:spPr>
          <a:xfrm>
            <a:off x="4179784" y="7568675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200" name="Rectangle: Rounded Corners 199">
            <a:extLst>
              <a:ext uri="{FF2B5EF4-FFF2-40B4-BE49-F238E27FC236}">
                <a16:creationId xmlns:a16="http://schemas.microsoft.com/office/drawing/2014/main" id="{3D24338D-2E2A-BA21-67E0-83F848F2C268}"/>
              </a:ext>
            </a:extLst>
          </p:cNvPr>
          <p:cNvSpPr/>
          <p:nvPr/>
        </p:nvSpPr>
        <p:spPr>
          <a:xfrm>
            <a:off x="4265564" y="6671203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D67FAC17-AEA9-1A6D-A3EF-370242409DB6}"/>
              </a:ext>
            </a:extLst>
          </p:cNvPr>
          <p:cNvSpPr/>
          <p:nvPr/>
        </p:nvSpPr>
        <p:spPr>
          <a:xfrm>
            <a:off x="4257345" y="6816453"/>
            <a:ext cx="802925" cy="523621"/>
          </a:xfrm>
          <a:prstGeom prst="rect">
            <a:avLst/>
          </a:prstGeom>
          <a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5164" t="-18752" r="5164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09D586F1-119D-FEAB-510B-5013DD3286F1}"/>
              </a:ext>
            </a:extLst>
          </p:cNvPr>
          <p:cNvSpPr/>
          <p:nvPr/>
        </p:nvSpPr>
        <p:spPr>
          <a:xfrm>
            <a:off x="4177624" y="7362689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203" name="Rectangle: Rounded Corners 202">
            <a:extLst>
              <a:ext uri="{FF2B5EF4-FFF2-40B4-BE49-F238E27FC236}">
                <a16:creationId xmlns:a16="http://schemas.microsoft.com/office/drawing/2014/main" id="{55B813D6-C3BE-1719-A283-BAE8DECE36C8}"/>
              </a:ext>
            </a:extLst>
          </p:cNvPr>
          <p:cNvSpPr/>
          <p:nvPr/>
        </p:nvSpPr>
        <p:spPr>
          <a:xfrm>
            <a:off x="5318477" y="6563138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204" name="Rectangle: Rounded Corners 203">
            <a:extLst>
              <a:ext uri="{FF2B5EF4-FFF2-40B4-BE49-F238E27FC236}">
                <a16:creationId xmlns:a16="http://schemas.microsoft.com/office/drawing/2014/main" id="{CB2887B1-0241-DF89-43AF-01B71F9C82CE}"/>
              </a:ext>
            </a:extLst>
          </p:cNvPr>
          <p:cNvSpPr/>
          <p:nvPr/>
        </p:nvSpPr>
        <p:spPr>
          <a:xfrm>
            <a:off x="5423715" y="7735201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11B6DCD9-22B1-F47F-711C-31F21F946EFB}"/>
              </a:ext>
            </a:extLst>
          </p:cNvPr>
          <p:cNvSpPr/>
          <p:nvPr/>
        </p:nvSpPr>
        <p:spPr>
          <a:xfrm>
            <a:off x="6057936" y="7731177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C00F9A69-CBCD-21AB-7239-FADED1D82015}"/>
              </a:ext>
            </a:extLst>
          </p:cNvPr>
          <p:cNvSpPr/>
          <p:nvPr/>
        </p:nvSpPr>
        <p:spPr>
          <a:xfrm>
            <a:off x="5347516" y="7559788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69CF9E57-CD1D-3321-A75C-31AC9D15E90E}"/>
              </a:ext>
            </a:extLst>
          </p:cNvPr>
          <p:cNvSpPr/>
          <p:nvPr/>
        </p:nvSpPr>
        <p:spPr>
          <a:xfrm>
            <a:off x="5433296" y="6662316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E6CF11C-2EB0-81E1-F3D2-0D0B03C9D18C}"/>
              </a:ext>
            </a:extLst>
          </p:cNvPr>
          <p:cNvSpPr/>
          <p:nvPr/>
        </p:nvSpPr>
        <p:spPr>
          <a:xfrm>
            <a:off x="5425077" y="6807566"/>
            <a:ext cx="802925" cy="523621"/>
          </a:xfrm>
          <a:prstGeom prst="rect">
            <a:avLst/>
          </a:prstGeom>
          <a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5164" t="-18752" r="5164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6A2A04D0-87F0-882C-C847-CF3711957B73}"/>
              </a:ext>
            </a:extLst>
          </p:cNvPr>
          <p:cNvSpPr/>
          <p:nvPr/>
        </p:nvSpPr>
        <p:spPr>
          <a:xfrm>
            <a:off x="5345356" y="7353802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FB7A6B7F-2959-C0EE-306A-B3B1F8B79CFF}"/>
              </a:ext>
            </a:extLst>
          </p:cNvPr>
          <p:cNvSpPr/>
          <p:nvPr/>
        </p:nvSpPr>
        <p:spPr>
          <a:xfrm>
            <a:off x="1801241" y="6561239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211" name="Rectangle: Rounded Corners 210">
            <a:extLst>
              <a:ext uri="{FF2B5EF4-FFF2-40B4-BE49-F238E27FC236}">
                <a16:creationId xmlns:a16="http://schemas.microsoft.com/office/drawing/2014/main" id="{F92F10D7-17D7-B9F1-ADDD-7FB1AE727AD7}"/>
              </a:ext>
            </a:extLst>
          </p:cNvPr>
          <p:cNvSpPr/>
          <p:nvPr/>
        </p:nvSpPr>
        <p:spPr>
          <a:xfrm>
            <a:off x="1906479" y="7733302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212" name="Rectangle: Rounded Corners 211">
            <a:extLst>
              <a:ext uri="{FF2B5EF4-FFF2-40B4-BE49-F238E27FC236}">
                <a16:creationId xmlns:a16="http://schemas.microsoft.com/office/drawing/2014/main" id="{723A0EEE-C82A-82E1-E0F5-181339E99968}"/>
              </a:ext>
            </a:extLst>
          </p:cNvPr>
          <p:cNvSpPr/>
          <p:nvPr/>
        </p:nvSpPr>
        <p:spPr>
          <a:xfrm>
            <a:off x="2540700" y="7729278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3FA293DD-F4A1-AD0F-8A96-54AA1A5688BD}"/>
              </a:ext>
            </a:extLst>
          </p:cNvPr>
          <p:cNvSpPr/>
          <p:nvPr/>
        </p:nvSpPr>
        <p:spPr>
          <a:xfrm>
            <a:off x="1830280" y="7557889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8D10AFEF-ED4D-91DD-277A-2FC1305214E8}"/>
              </a:ext>
            </a:extLst>
          </p:cNvPr>
          <p:cNvSpPr/>
          <p:nvPr/>
        </p:nvSpPr>
        <p:spPr>
          <a:xfrm>
            <a:off x="1916060" y="6660417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F1684E12-548D-0AFA-B0BE-48959AC143CE}"/>
              </a:ext>
            </a:extLst>
          </p:cNvPr>
          <p:cNvSpPr/>
          <p:nvPr/>
        </p:nvSpPr>
        <p:spPr>
          <a:xfrm>
            <a:off x="1907841" y="6805667"/>
            <a:ext cx="802925" cy="523621"/>
          </a:xfrm>
          <a:prstGeom prst="rect">
            <a:avLst/>
          </a:prstGeom>
          <a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5164" t="-18752" r="5164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5DAFE0C-EA62-0054-6F0D-CCAE453A28D7}"/>
              </a:ext>
            </a:extLst>
          </p:cNvPr>
          <p:cNvSpPr/>
          <p:nvPr/>
        </p:nvSpPr>
        <p:spPr>
          <a:xfrm>
            <a:off x="1828120" y="7351903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01FBE216-53C0-9252-8E25-3D8F6C2622F3}"/>
              </a:ext>
            </a:extLst>
          </p:cNvPr>
          <p:cNvSpPr/>
          <p:nvPr/>
        </p:nvSpPr>
        <p:spPr>
          <a:xfrm>
            <a:off x="615719" y="656136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BC878F53-8A94-DB88-DBE2-065BA945F929}"/>
              </a:ext>
            </a:extLst>
          </p:cNvPr>
          <p:cNvSpPr/>
          <p:nvPr/>
        </p:nvSpPr>
        <p:spPr>
          <a:xfrm>
            <a:off x="720957" y="773342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219" name="Rectangle: Rounded Corners 218">
            <a:extLst>
              <a:ext uri="{FF2B5EF4-FFF2-40B4-BE49-F238E27FC236}">
                <a16:creationId xmlns:a16="http://schemas.microsoft.com/office/drawing/2014/main" id="{69C3352A-E7A2-4B69-4086-B00180028F42}"/>
              </a:ext>
            </a:extLst>
          </p:cNvPr>
          <p:cNvSpPr/>
          <p:nvPr/>
        </p:nvSpPr>
        <p:spPr>
          <a:xfrm>
            <a:off x="1355178" y="772940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CD99D1FC-A3BE-F5B7-37CD-3AB28EBDD79D}"/>
              </a:ext>
            </a:extLst>
          </p:cNvPr>
          <p:cNvSpPr/>
          <p:nvPr/>
        </p:nvSpPr>
        <p:spPr>
          <a:xfrm>
            <a:off x="644758" y="755801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221" name="Rectangle: Rounded Corners 220">
            <a:extLst>
              <a:ext uri="{FF2B5EF4-FFF2-40B4-BE49-F238E27FC236}">
                <a16:creationId xmlns:a16="http://schemas.microsoft.com/office/drawing/2014/main" id="{1C4D2C83-FA80-C84A-B45F-45142D00DEB2}"/>
              </a:ext>
            </a:extLst>
          </p:cNvPr>
          <p:cNvSpPr/>
          <p:nvPr/>
        </p:nvSpPr>
        <p:spPr>
          <a:xfrm>
            <a:off x="730538" y="666054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9CC60B9C-1441-8243-6783-CB26DCFBC099}"/>
              </a:ext>
            </a:extLst>
          </p:cNvPr>
          <p:cNvSpPr/>
          <p:nvPr/>
        </p:nvSpPr>
        <p:spPr>
          <a:xfrm>
            <a:off x="722319" y="6805791"/>
            <a:ext cx="802925" cy="523621"/>
          </a:xfrm>
          <a:prstGeom prst="rect">
            <a:avLst/>
          </a:prstGeom>
          <a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5164" t="-18752" r="5164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A6FE191C-FB5F-3064-C758-AD15D9DD879D}"/>
              </a:ext>
            </a:extLst>
          </p:cNvPr>
          <p:cNvSpPr/>
          <p:nvPr/>
        </p:nvSpPr>
        <p:spPr>
          <a:xfrm>
            <a:off x="642598" y="735202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</p:spTree>
    <p:extLst>
      <p:ext uri="{BB962C8B-B14F-4D97-AF65-F5344CB8AC3E}">
        <p14:creationId xmlns:p14="http://schemas.microsoft.com/office/powerpoint/2010/main" val="967020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94589-29AE-8EDD-F4AD-E09A9895E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964C2C-BA87-4865-157E-B297B9879C07}"/>
              </a:ext>
            </a:extLst>
          </p:cNvPr>
          <p:cNvSpPr/>
          <p:nvPr/>
        </p:nvSpPr>
        <p:spPr>
          <a:xfrm>
            <a:off x="-72571" y="-42873"/>
            <a:ext cx="7006771" cy="518844"/>
          </a:xfrm>
          <a:prstGeom prst="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C46D390F-FBD2-58BE-1FAA-AE9C3B963034}"/>
              </a:ext>
            </a:extLst>
          </p:cNvPr>
          <p:cNvSpPr/>
          <p:nvPr/>
        </p:nvSpPr>
        <p:spPr>
          <a:xfrm>
            <a:off x="1650206" y="110326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4A5667-C416-2EE9-FDC1-31751ED97E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95" y="-203104"/>
            <a:ext cx="867300" cy="867300"/>
          </a:xfrm>
          <a:prstGeom prst="rect">
            <a:avLst/>
          </a:prstGeom>
        </p:spPr>
      </p:pic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1D4A4D79-A7C6-B77D-C31F-10522060DB15}"/>
              </a:ext>
            </a:extLst>
          </p:cNvPr>
          <p:cNvSpPr/>
          <p:nvPr/>
        </p:nvSpPr>
        <p:spPr>
          <a:xfrm>
            <a:off x="4136231" y="110330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8348F-F36B-2678-8ECD-18D918DB879B}"/>
              </a:ext>
            </a:extLst>
          </p:cNvPr>
          <p:cNvSpPr/>
          <p:nvPr/>
        </p:nvSpPr>
        <p:spPr>
          <a:xfrm>
            <a:off x="1975247" y="110327"/>
            <a:ext cx="2407444" cy="2409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F742FF-6B3F-4A22-78A5-D3EB378A14DD}"/>
              </a:ext>
            </a:extLst>
          </p:cNvPr>
          <p:cNvSpPr txBox="1"/>
          <p:nvPr/>
        </p:nvSpPr>
        <p:spPr>
          <a:xfrm>
            <a:off x="1735931" y="123206"/>
            <a:ext cx="48577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>
                <a:solidFill>
                  <a:schemeClr val="bg1">
                    <a:lumMod val="50000"/>
                  </a:schemeClr>
                </a:solidFill>
              </a:rPr>
              <a:t>Search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1FBF76-0311-0055-398C-C6C61A34FB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789" y="178711"/>
            <a:ext cx="114300" cy="114300"/>
          </a:xfrm>
          <a:prstGeom prst="rect">
            <a:avLst/>
          </a:prstGeom>
        </p:spPr>
      </p:pic>
      <p:pic>
        <p:nvPicPr>
          <p:cNvPr id="13" name="Picture 12">
            <a:hlinkClick r:id="rId4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65DA13D6-9EA2-99E1-0B58-6EAF3190E9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124" y="166580"/>
            <a:ext cx="175426" cy="1754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4D73A4-6C87-501D-769D-042EE87AC9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975" y="153571"/>
            <a:ext cx="191297" cy="188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20B2E3A-11EE-552C-34C1-F8651597BC6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593" y="147861"/>
            <a:ext cx="195732" cy="195732"/>
          </a:xfrm>
          <a:prstGeom prst="rect">
            <a:avLst/>
          </a:prstGeom>
        </p:spPr>
      </p:pic>
      <p:pic>
        <p:nvPicPr>
          <p:cNvPr id="16" name="Picture 15">
            <a:hlinkClick r:id="rId9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28CE83C6-2F69-854F-49A9-976BE8B6B05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16" y="114028"/>
            <a:ext cx="246459" cy="246459"/>
          </a:xfrm>
          <a:prstGeom prst="rect">
            <a:avLst/>
          </a:prstGeom>
        </p:spPr>
      </p:pic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A0ECA07-D7AB-6A9F-302D-F1E48CD33D07}"/>
              </a:ext>
            </a:extLst>
          </p:cNvPr>
          <p:cNvSpPr/>
          <p:nvPr/>
        </p:nvSpPr>
        <p:spPr>
          <a:xfrm>
            <a:off x="-72571" y="8284021"/>
            <a:ext cx="7006771" cy="1999349"/>
          </a:xfrm>
          <a:prstGeom prst="round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EF71BAC-B7FD-CC08-716B-F525FF59B287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516" y="8269121"/>
            <a:ext cx="1668550" cy="1668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6DAD74F-3DBA-FFF1-D5F5-1DC9C0D50214}"/>
              </a:ext>
            </a:extLst>
          </p:cNvPr>
          <p:cNvSpPr txBox="1"/>
          <p:nvPr/>
        </p:nvSpPr>
        <p:spPr>
          <a:xfrm>
            <a:off x="678266" y="8505808"/>
            <a:ext cx="131881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CUSTOMER SERVICE</a:t>
            </a:r>
          </a:p>
          <a:p>
            <a:endParaRPr lang="en-PH" sz="12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Cancellation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Delivery</a:t>
            </a:r>
          </a:p>
          <a:p>
            <a:r>
              <a:rPr lang="en-PH" sz="600" dirty="0">
                <a:solidFill>
                  <a:schemeClr val="bg1"/>
                </a:solidFill>
              </a:rPr>
              <a:t>Order Verification</a:t>
            </a:r>
          </a:p>
          <a:p>
            <a:r>
              <a:rPr lang="en-PH" sz="600" dirty="0">
                <a:solidFill>
                  <a:schemeClr val="bg1"/>
                </a:solidFill>
              </a:rPr>
              <a:t>Payment 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Privacy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Terms and Conditions</a:t>
            </a:r>
          </a:p>
          <a:p>
            <a:r>
              <a:rPr lang="en-PH" sz="600" dirty="0">
                <a:solidFill>
                  <a:schemeClr val="bg1"/>
                </a:solidFill>
              </a:rPr>
              <a:t>Warranty</a:t>
            </a:r>
            <a:endParaRPr lang="en-PH" sz="11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5DBC71-066B-77BD-FF6E-C3C96E6AC198}"/>
              </a:ext>
            </a:extLst>
          </p:cNvPr>
          <p:cNvSpPr txBox="1"/>
          <p:nvPr/>
        </p:nvSpPr>
        <p:spPr>
          <a:xfrm>
            <a:off x="1996061" y="8505808"/>
            <a:ext cx="1318813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COMPANY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Careers</a:t>
            </a:r>
          </a:p>
          <a:p>
            <a:r>
              <a:rPr lang="en-PH" sz="600" dirty="0">
                <a:solidFill>
                  <a:schemeClr val="bg1"/>
                </a:solidFill>
              </a:rPr>
              <a:t>Contact Us</a:t>
            </a:r>
          </a:p>
          <a:p>
            <a:r>
              <a:rPr lang="en-PH" sz="600" dirty="0">
                <a:solidFill>
                  <a:schemeClr val="bg1"/>
                </a:solidFill>
              </a:rPr>
              <a:t>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News and Articles</a:t>
            </a:r>
          </a:p>
          <a:p>
            <a:r>
              <a:rPr lang="en-PH" sz="600" dirty="0">
                <a:solidFill>
                  <a:schemeClr val="bg1"/>
                </a:solidFill>
              </a:rPr>
              <a:t>Our Company</a:t>
            </a:r>
          </a:p>
          <a:p>
            <a:r>
              <a:rPr lang="en-PH" sz="600" dirty="0">
                <a:solidFill>
                  <a:schemeClr val="bg1"/>
                </a:solidFill>
              </a:rPr>
              <a:t>Reviews</a:t>
            </a:r>
          </a:p>
          <a:p>
            <a:r>
              <a:rPr lang="en-PH" sz="600" dirty="0">
                <a:solidFill>
                  <a:schemeClr val="bg1"/>
                </a:solidFill>
              </a:rPr>
              <a:t>Store Locations</a:t>
            </a:r>
            <a:endParaRPr lang="en-PH" sz="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54CB57-4991-E866-F966-EF75BEC24E5A}"/>
              </a:ext>
            </a:extLst>
          </p:cNvPr>
          <p:cNvSpPr txBox="1"/>
          <p:nvPr/>
        </p:nvSpPr>
        <p:spPr>
          <a:xfrm>
            <a:off x="3000937" y="8508634"/>
            <a:ext cx="131881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LINKS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Gadget Spot Corporate</a:t>
            </a:r>
          </a:p>
          <a:p>
            <a:r>
              <a:rPr lang="en-PH" sz="600" dirty="0">
                <a:solidFill>
                  <a:schemeClr val="bg1"/>
                </a:solidFill>
              </a:rPr>
              <a:t>Gadget Spot Community</a:t>
            </a:r>
          </a:p>
          <a:p>
            <a:r>
              <a:rPr lang="en-PH" sz="600" dirty="0">
                <a:solidFill>
                  <a:schemeClr val="bg1"/>
                </a:solidFill>
              </a:rPr>
              <a:t>Lazada Official Store</a:t>
            </a:r>
          </a:p>
          <a:p>
            <a:r>
              <a:rPr lang="en-PH" sz="600" dirty="0">
                <a:solidFill>
                  <a:schemeClr val="bg1"/>
                </a:solidFill>
              </a:rPr>
              <a:t>Shopee Official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880475-0D93-D617-4D64-06E89E364DEF}"/>
              </a:ext>
            </a:extLst>
          </p:cNvPr>
          <p:cNvSpPr txBox="1"/>
          <p:nvPr/>
        </p:nvSpPr>
        <p:spPr>
          <a:xfrm>
            <a:off x="2808861" y="9712247"/>
            <a:ext cx="1362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50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©2026 Gadget SPOT. ALL RIGHTS RESERVED</a:t>
            </a:r>
            <a:endParaRPr lang="en-PH" sz="5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C481F39-E770-21A8-6B3A-5FD81F601EE9}"/>
              </a:ext>
            </a:extLst>
          </p:cNvPr>
          <p:cNvSpPr txBox="1"/>
          <p:nvPr/>
        </p:nvSpPr>
        <p:spPr>
          <a:xfrm>
            <a:off x="536161" y="758739"/>
            <a:ext cx="17187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Franklin Gothic Demi" panose="020B0703020102020204" pitchFamily="34" charset="0"/>
                <a:hlinkClick r:id="rId12" action="ppaction://hlinksldjump">
                  <a:snd r:embed="rId5" name="click.wav"/>
                </a:hlinkClick>
              </a:rPr>
              <a:t>PRODUCTS</a:t>
            </a:r>
            <a:r>
              <a:rPr lang="en-US" sz="900" dirty="0">
                <a:latin typeface="Franklin Gothic Demi" panose="020B0703020102020204" pitchFamily="34" charset="0"/>
              </a:rPr>
              <a:t> &gt; </a:t>
            </a:r>
            <a:r>
              <a:rPr lang="en-US" sz="900" b="1" u="sng" dirty="0">
                <a:latin typeface="Franklin Gothic Demi" panose="020B0703020102020204" pitchFamily="34" charset="0"/>
              </a:rPr>
              <a:t>MOTHERBOARD </a:t>
            </a:r>
            <a:endParaRPr lang="en-PH" sz="900" b="1" u="sng" dirty="0">
              <a:latin typeface="Franklin Gothic Demi" panose="020B0703020102020204" pitchFamily="34" charset="0"/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AE6AE10C-D0E4-CC0F-8D07-95301A82EBAA}"/>
              </a:ext>
            </a:extLst>
          </p:cNvPr>
          <p:cNvSpPr/>
          <p:nvPr/>
        </p:nvSpPr>
        <p:spPr>
          <a:xfrm>
            <a:off x="2974058" y="125059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3DF6F1C2-D255-E1BC-097C-176273BCB485}"/>
              </a:ext>
            </a:extLst>
          </p:cNvPr>
          <p:cNvSpPr/>
          <p:nvPr/>
        </p:nvSpPr>
        <p:spPr>
          <a:xfrm>
            <a:off x="3079296" y="242265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6025122E-D65B-DD62-D027-18F97682FC24}"/>
              </a:ext>
            </a:extLst>
          </p:cNvPr>
          <p:cNvSpPr/>
          <p:nvPr/>
        </p:nvSpPr>
        <p:spPr>
          <a:xfrm>
            <a:off x="3713517" y="241863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8716DCD-8B13-1D2F-2089-7B38EE710F3A}"/>
              </a:ext>
            </a:extLst>
          </p:cNvPr>
          <p:cNvSpPr/>
          <p:nvPr/>
        </p:nvSpPr>
        <p:spPr>
          <a:xfrm>
            <a:off x="3003097" y="224724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B1B5B0DB-488F-CAA6-DD35-9E7AEA4D3B39}"/>
              </a:ext>
            </a:extLst>
          </p:cNvPr>
          <p:cNvSpPr/>
          <p:nvPr/>
        </p:nvSpPr>
        <p:spPr>
          <a:xfrm>
            <a:off x="3088877" y="134977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8F0A79B-4A28-BFDB-565A-1BD877750D62}"/>
              </a:ext>
            </a:extLst>
          </p:cNvPr>
          <p:cNvSpPr/>
          <p:nvPr/>
        </p:nvSpPr>
        <p:spPr>
          <a:xfrm>
            <a:off x="3080658" y="1495020"/>
            <a:ext cx="802925" cy="523621"/>
          </a:xfrm>
          <a:prstGeom prst="rect">
            <a:avLst/>
          </a:prstGeom>
          <a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9647" t="-11877" r="9647" b="-1187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EAA5D2FD-6831-5029-483D-9AAA5B53D3F3}"/>
              </a:ext>
            </a:extLst>
          </p:cNvPr>
          <p:cNvSpPr/>
          <p:nvPr/>
        </p:nvSpPr>
        <p:spPr>
          <a:xfrm>
            <a:off x="3000937" y="204125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C4356F30-2FF3-51D0-2BAA-597C84E414F8}"/>
              </a:ext>
            </a:extLst>
          </p:cNvPr>
          <p:cNvSpPr/>
          <p:nvPr/>
        </p:nvSpPr>
        <p:spPr>
          <a:xfrm>
            <a:off x="4150745" y="124888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B3B2CD95-5293-7F5D-66F9-00E7BE8F2472}"/>
              </a:ext>
            </a:extLst>
          </p:cNvPr>
          <p:cNvSpPr/>
          <p:nvPr/>
        </p:nvSpPr>
        <p:spPr>
          <a:xfrm>
            <a:off x="4255983" y="242094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97806A53-F6EF-1B5B-4831-A7B03F12A847}"/>
              </a:ext>
            </a:extLst>
          </p:cNvPr>
          <p:cNvSpPr/>
          <p:nvPr/>
        </p:nvSpPr>
        <p:spPr>
          <a:xfrm>
            <a:off x="4890204" y="241692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4AF4EF9-BAAE-09EA-0C6C-F32324111686}"/>
              </a:ext>
            </a:extLst>
          </p:cNvPr>
          <p:cNvSpPr/>
          <p:nvPr/>
        </p:nvSpPr>
        <p:spPr>
          <a:xfrm>
            <a:off x="4179784" y="224553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F335EEBF-27D4-7F93-FC6A-5E03268E7E26}"/>
              </a:ext>
            </a:extLst>
          </p:cNvPr>
          <p:cNvSpPr/>
          <p:nvPr/>
        </p:nvSpPr>
        <p:spPr>
          <a:xfrm>
            <a:off x="4265564" y="134806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D5FDF9B-6127-FF85-8CE5-FA28A45966BF}"/>
              </a:ext>
            </a:extLst>
          </p:cNvPr>
          <p:cNvSpPr/>
          <p:nvPr/>
        </p:nvSpPr>
        <p:spPr>
          <a:xfrm>
            <a:off x="4257345" y="1493310"/>
            <a:ext cx="802925" cy="523621"/>
          </a:xfrm>
          <a:prstGeom prst="rect">
            <a:avLst/>
          </a:prstGeom>
          <a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681" t="-32503" r="681" b="-3250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70BE42A-3A1F-E1A5-03E7-C173D72EDF91}"/>
              </a:ext>
            </a:extLst>
          </p:cNvPr>
          <p:cNvSpPr/>
          <p:nvPr/>
        </p:nvSpPr>
        <p:spPr>
          <a:xfrm>
            <a:off x="4177624" y="203954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5EE84780-FF5E-B764-44AD-4EC4FC1A1F8D}"/>
              </a:ext>
            </a:extLst>
          </p:cNvPr>
          <p:cNvSpPr/>
          <p:nvPr/>
        </p:nvSpPr>
        <p:spPr>
          <a:xfrm>
            <a:off x="5318477" y="1239995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1E3C1B33-1700-50A2-04B6-27A16DCDEFA7}"/>
              </a:ext>
            </a:extLst>
          </p:cNvPr>
          <p:cNvSpPr/>
          <p:nvPr/>
        </p:nvSpPr>
        <p:spPr>
          <a:xfrm>
            <a:off x="5423715" y="2412058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6405D3C5-7B45-29F3-4B46-2BA1B392EE90}"/>
              </a:ext>
            </a:extLst>
          </p:cNvPr>
          <p:cNvSpPr/>
          <p:nvPr/>
        </p:nvSpPr>
        <p:spPr>
          <a:xfrm>
            <a:off x="6057936" y="2408034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1BB34BC0-1714-E07B-E99B-D01ECBF3453B}"/>
              </a:ext>
            </a:extLst>
          </p:cNvPr>
          <p:cNvSpPr/>
          <p:nvPr/>
        </p:nvSpPr>
        <p:spPr>
          <a:xfrm>
            <a:off x="5347516" y="2236645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3E424F0A-5451-F872-0A4C-74526F57E663}"/>
              </a:ext>
            </a:extLst>
          </p:cNvPr>
          <p:cNvSpPr/>
          <p:nvPr/>
        </p:nvSpPr>
        <p:spPr>
          <a:xfrm>
            <a:off x="5433296" y="1339173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D19B9E00-FE93-BFF4-9550-4FC43817A12C}"/>
              </a:ext>
            </a:extLst>
          </p:cNvPr>
          <p:cNvSpPr/>
          <p:nvPr/>
        </p:nvSpPr>
        <p:spPr>
          <a:xfrm>
            <a:off x="5425077" y="1484423"/>
            <a:ext cx="802925" cy="523621"/>
          </a:xfrm>
          <a:prstGeom prst="rect">
            <a:avLst/>
          </a:prstGeom>
          <a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0529" t="-42815" r="-10529" b="-4281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D868856-A77B-C868-3CE9-B48945ADAB64}"/>
              </a:ext>
            </a:extLst>
          </p:cNvPr>
          <p:cNvSpPr/>
          <p:nvPr/>
        </p:nvSpPr>
        <p:spPr>
          <a:xfrm>
            <a:off x="5345356" y="2030659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6C7581FD-CA9B-CB5C-8354-E69945063D75}"/>
              </a:ext>
            </a:extLst>
          </p:cNvPr>
          <p:cNvSpPr/>
          <p:nvPr/>
        </p:nvSpPr>
        <p:spPr>
          <a:xfrm>
            <a:off x="1801241" y="1238096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8B1054B6-87DA-08F7-4105-699E1AB63C9C}"/>
              </a:ext>
            </a:extLst>
          </p:cNvPr>
          <p:cNvSpPr/>
          <p:nvPr/>
        </p:nvSpPr>
        <p:spPr>
          <a:xfrm>
            <a:off x="1906479" y="2410159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4443679D-78D2-2990-F48F-E879E62816F0}"/>
              </a:ext>
            </a:extLst>
          </p:cNvPr>
          <p:cNvSpPr/>
          <p:nvPr/>
        </p:nvSpPr>
        <p:spPr>
          <a:xfrm>
            <a:off x="2540700" y="2406135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B06442E8-2988-1C3A-A2C2-7E7FF15613C8}"/>
              </a:ext>
            </a:extLst>
          </p:cNvPr>
          <p:cNvSpPr/>
          <p:nvPr/>
        </p:nvSpPr>
        <p:spPr>
          <a:xfrm>
            <a:off x="1830280" y="2234746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FC9DE67F-5C5B-301A-216D-B9EACFF7BF37}"/>
              </a:ext>
            </a:extLst>
          </p:cNvPr>
          <p:cNvSpPr/>
          <p:nvPr/>
        </p:nvSpPr>
        <p:spPr>
          <a:xfrm>
            <a:off x="1916060" y="1337274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A9D2C77-F61F-FB50-DEB3-F9C8C0B985D0}"/>
              </a:ext>
            </a:extLst>
          </p:cNvPr>
          <p:cNvSpPr/>
          <p:nvPr/>
        </p:nvSpPr>
        <p:spPr>
          <a:xfrm>
            <a:off x="1907841" y="1482524"/>
            <a:ext cx="802925" cy="523621"/>
          </a:xfrm>
          <a:prstGeom prst="rect">
            <a:avLst/>
          </a:prstGeom>
          <a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6373" t="-1564" r="16373" b="-1564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D3F5AD61-AA47-77BA-E8D3-A9D74DFDCD05}"/>
              </a:ext>
            </a:extLst>
          </p:cNvPr>
          <p:cNvSpPr/>
          <p:nvPr/>
        </p:nvSpPr>
        <p:spPr>
          <a:xfrm>
            <a:off x="1828120" y="2028760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DD3181DE-6958-D8FE-037C-0C4D37D76B46}"/>
              </a:ext>
            </a:extLst>
          </p:cNvPr>
          <p:cNvSpPr/>
          <p:nvPr/>
        </p:nvSpPr>
        <p:spPr>
          <a:xfrm>
            <a:off x="615719" y="123822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D031D5D5-DDFD-F1B4-B62C-5C309390A2C2}"/>
              </a:ext>
            </a:extLst>
          </p:cNvPr>
          <p:cNvSpPr/>
          <p:nvPr/>
        </p:nvSpPr>
        <p:spPr>
          <a:xfrm>
            <a:off x="720957" y="241028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7142573E-74D9-CDF3-8180-044AB9748382}"/>
              </a:ext>
            </a:extLst>
          </p:cNvPr>
          <p:cNvSpPr/>
          <p:nvPr/>
        </p:nvSpPr>
        <p:spPr>
          <a:xfrm>
            <a:off x="1355178" y="240625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AFD75A7-AD54-26FE-4088-22A40F1497FB}"/>
              </a:ext>
            </a:extLst>
          </p:cNvPr>
          <p:cNvSpPr/>
          <p:nvPr/>
        </p:nvSpPr>
        <p:spPr>
          <a:xfrm>
            <a:off x="644758" y="223487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E840ECDC-F2F3-0EAD-B16E-85FD2E8617DE}"/>
              </a:ext>
            </a:extLst>
          </p:cNvPr>
          <p:cNvSpPr/>
          <p:nvPr/>
        </p:nvSpPr>
        <p:spPr>
          <a:xfrm>
            <a:off x="730538" y="133739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C67AA282-89CA-681D-CFFC-505B0BCBF121}"/>
              </a:ext>
            </a:extLst>
          </p:cNvPr>
          <p:cNvSpPr/>
          <p:nvPr/>
        </p:nvSpPr>
        <p:spPr>
          <a:xfrm>
            <a:off x="722319" y="1482648"/>
            <a:ext cx="802925" cy="523621"/>
          </a:xfrm>
          <a:prstGeom prst="rect">
            <a:avLst/>
          </a:prstGeom>
          <a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2922" t="-22190" r="2922" b="-2219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96A1C336-298D-C9FF-4962-D7ED13C74503}"/>
              </a:ext>
            </a:extLst>
          </p:cNvPr>
          <p:cNvSpPr/>
          <p:nvPr/>
        </p:nvSpPr>
        <p:spPr>
          <a:xfrm>
            <a:off x="642598" y="202888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24BE03B-6213-5E80-627B-E9A69C3FEF41}"/>
              </a:ext>
            </a:extLst>
          </p:cNvPr>
          <p:cNvSpPr/>
          <p:nvPr/>
        </p:nvSpPr>
        <p:spPr>
          <a:xfrm>
            <a:off x="2974058" y="299217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46094DC-8504-6A7B-8A84-557131D84152}"/>
              </a:ext>
            </a:extLst>
          </p:cNvPr>
          <p:cNvSpPr/>
          <p:nvPr/>
        </p:nvSpPr>
        <p:spPr>
          <a:xfrm>
            <a:off x="3079296" y="416423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DBD0907-0EC7-1000-660D-CBA0B8460656}"/>
              </a:ext>
            </a:extLst>
          </p:cNvPr>
          <p:cNvSpPr/>
          <p:nvPr/>
        </p:nvSpPr>
        <p:spPr>
          <a:xfrm>
            <a:off x="3713517" y="416020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555BEB8-CBD7-1646-9D8F-74B364D2B980}"/>
              </a:ext>
            </a:extLst>
          </p:cNvPr>
          <p:cNvSpPr/>
          <p:nvPr/>
        </p:nvSpPr>
        <p:spPr>
          <a:xfrm>
            <a:off x="3003097" y="398882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E70150AE-301B-6266-ECA1-251E5B767B57}"/>
              </a:ext>
            </a:extLst>
          </p:cNvPr>
          <p:cNvSpPr/>
          <p:nvPr/>
        </p:nvSpPr>
        <p:spPr>
          <a:xfrm>
            <a:off x="3088877" y="309134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7EDA162-D98F-E75C-FC5E-C2B29F1AE466}"/>
              </a:ext>
            </a:extLst>
          </p:cNvPr>
          <p:cNvSpPr/>
          <p:nvPr/>
        </p:nvSpPr>
        <p:spPr>
          <a:xfrm>
            <a:off x="3080658" y="3236598"/>
            <a:ext cx="802925" cy="523621"/>
          </a:xfrm>
          <a:prstGeom prst="rect">
            <a:avLst/>
          </a:prstGeom>
          <a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8287" t="-5002" r="-8287" b="-50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EF7FBA9-C4E3-0AE4-C932-449AAA98BE0F}"/>
              </a:ext>
            </a:extLst>
          </p:cNvPr>
          <p:cNvSpPr/>
          <p:nvPr/>
        </p:nvSpPr>
        <p:spPr>
          <a:xfrm>
            <a:off x="3000937" y="378283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A41F09A8-3D0C-F5EB-F645-CFF5BE2C56D4}"/>
              </a:ext>
            </a:extLst>
          </p:cNvPr>
          <p:cNvSpPr/>
          <p:nvPr/>
        </p:nvSpPr>
        <p:spPr>
          <a:xfrm>
            <a:off x="4150745" y="299046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E47FAAE-00ED-C350-819B-05D7E1BDB3DA}"/>
              </a:ext>
            </a:extLst>
          </p:cNvPr>
          <p:cNvSpPr/>
          <p:nvPr/>
        </p:nvSpPr>
        <p:spPr>
          <a:xfrm>
            <a:off x="4255983" y="416252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3820260F-070F-A277-B8BB-49B450A54FF4}"/>
              </a:ext>
            </a:extLst>
          </p:cNvPr>
          <p:cNvSpPr/>
          <p:nvPr/>
        </p:nvSpPr>
        <p:spPr>
          <a:xfrm>
            <a:off x="4890204" y="415849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3CCC5B7-AB8C-A929-A1BB-2578D02ACE60}"/>
              </a:ext>
            </a:extLst>
          </p:cNvPr>
          <p:cNvSpPr/>
          <p:nvPr/>
        </p:nvSpPr>
        <p:spPr>
          <a:xfrm>
            <a:off x="4179784" y="398711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5EA46719-D842-6682-967A-007D0A1344E4}"/>
              </a:ext>
            </a:extLst>
          </p:cNvPr>
          <p:cNvSpPr/>
          <p:nvPr/>
        </p:nvSpPr>
        <p:spPr>
          <a:xfrm>
            <a:off x="4265564" y="308963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5A508EB-9AA3-EF90-8F46-D2691CEDDF1C}"/>
              </a:ext>
            </a:extLst>
          </p:cNvPr>
          <p:cNvSpPr/>
          <p:nvPr/>
        </p:nvSpPr>
        <p:spPr>
          <a:xfrm>
            <a:off x="4257345" y="3234888"/>
            <a:ext cx="802925" cy="523621"/>
          </a:xfrm>
          <a:prstGeom prst="rect">
            <a:avLst/>
          </a:prstGeom>
          <a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2922" t="-22190" r="2922" b="-2219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CC56448-0B27-C0F7-83AE-0D52B24199A6}"/>
              </a:ext>
            </a:extLst>
          </p:cNvPr>
          <p:cNvSpPr/>
          <p:nvPr/>
        </p:nvSpPr>
        <p:spPr>
          <a:xfrm>
            <a:off x="4177624" y="378112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E452F9E7-2E89-9444-842A-CC867BF87864}"/>
              </a:ext>
            </a:extLst>
          </p:cNvPr>
          <p:cNvSpPr/>
          <p:nvPr/>
        </p:nvSpPr>
        <p:spPr>
          <a:xfrm>
            <a:off x="5318477" y="298157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C56C16D6-944E-3F47-4423-99949FD8E51B}"/>
              </a:ext>
            </a:extLst>
          </p:cNvPr>
          <p:cNvSpPr/>
          <p:nvPr/>
        </p:nvSpPr>
        <p:spPr>
          <a:xfrm>
            <a:off x="5423715" y="415363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90190265-C6F9-B936-E539-6B123A560CDC}"/>
              </a:ext>
            </a:extLst>
          </p:cNvPr>
          <p:cNvSpPr/>
          <p:nvPr/>
        </p:nvSpPr>
        <p:spPr>
          <a:xfrm>
            <a:off x="6057936" y="414961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47BA6E4E-DBD5-EDF1-749B-425A7AA1F1B3}"/>
              </a:ext>
            </a:extLst>
          </p:cNvPr>
          <p:cNvSpPr/>
          <p:nvPr/>
        </p:nvSpPr>
        <p:spPr>
          <a:xfrm>
            <a:off x="5347516" y="397822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AB6B1C23-6895-D08D-0E8B-C2FA32773797}"/>
              </a:ext>
            </a:extLst>
          </p:cNvPr>
          <p:cNvSpPr/>
          <p:nvPr/>
        </p:nvSpPr>
        <p:spPr>
          <a:xfrm>
            <a:off x="5433296" y="308075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B36B34A-3DFA-8568-D101-E0C24F0D429D}"/>
              </a:ext>
            </a:extLst>
          </p:cNvPr>
          <p:cNvSpPr/>
          <p:nvPr/>
        </p:nvSpPr>
        <p:spPr>
          <a:xfrm>
            <a:off x="5425077" y="3226001"/>
            <a:ext cx="802925" cy="523621"/>
          </a:xfrm>
          <a:prstGeom prst="rect">
            <a:avLst/>
          </a:prstGeom>
          <a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6045" t="-42815" r="-6045" b="-4281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89696506-66FC-B115-9738-B84CCBE65F30}"/>
              </a:ext>
            </a:extLst>
          </p:cNvPr>
          <p:cNvSpPr/>
          <p:nvPr/>
        </p:nvSpPr>
        <p:spPr>
          <a:xfrm>
            <a:off x="5345356" y="377223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82D31A36-0AF6-B895-D266-69343A76B3A3}"/>
              </a:ext>
            </a:extLst>
          </p:cNvPr>
          <p:cNvSpPr/>
          <p:nvPr/>
        </p:nvSpPr>
        <p:spPr>
          <a:xfrm>
            <a:off x="1801241" y="2979674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F8E05F66-245C-B03B-7D77-ED951E612E5F}"/>
              </a:ext>
            </a:extLst>
          </p:cNvPr>
          <p:cNvSpPr/>
          <p:nvPr/>
        </p:nvSpPr>
        <p:spPr>
          <a:xfrm>
            <a:off x="1906479" y="4151737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B2185AD4-D0DF-17B2-11B7-21BA5B32C393}"/>
              </a:ext>
            </a:extLst>
          </p:cNvPr>
          <p:cNvSpPr/>
          <p:nvPr/>
        </p:nvSpPr>
        <p:spPr>
          <a:xfrm>
            <a:off x="2540700" y="4147713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65084329-F82C-0DE0-F672-54103184AA25}"/>
              </a:ext>
            </a:extLst>
          </p:cNvPr>
          <p:cNvSpPr/>
          <p:nvPr/>
        </p:nvSpPr>
        <p:spPr>
          <a:xfrm>
            <a:off x="1830280" y="3976324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B26A0CA0-9546-79FF-4538-9E85FCB24A25}"/>
              </a:ext>
            </a:extLst>
          </p:cNvPr>
          <p:cNvSpPr/>
          <p:nvPr/>
        </p:nvSpPr>
        <p:spPr>
          <a:xfrm>
            <a:off x="1916060" y="3078852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B7734ECA-A04B-DC79-9024-50377B2EAE22}"/>
              </a:ext>
            </a:extLst>
          </p:cNvPr>
          <p:cNvSpPr/>
          <p:nvPr/>
        </p:nvSpPr>
        <p:spPr>
          <a:xfrm>
            <a:off x="1907841" y="3224102"/>
            <a:ext cx="802925" cy="523621"/>
          </a:xfrm>
          <a:prstGeom prst="rect">
            <a:avLst/>
          </a:prstGeom>
          <a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681" t="-25627" r="681" b="-2562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BA79ED8-88C4-43E6-8C63-31A4BFFB562D}"/>
              </a:ext>
            </a:extLst>
          </p:cNvPr>
          <p:cNvSpPr/>
          <p:nvPr/>
        </p:nvSpPr>
        <p:spPr>
          <a:xfrm>
            <a:off x="1828120" y="3770338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3D3342DC-0F5D-4953-D361-13FD5E648FCB}"/>
              </a:ext>
            </a:extLst>
          </p:cNvPr>
          <p:cNvSpPr/>
          <p:nvPr/>
        </p:nvSpPr>
        <p:spPr>
          <a:xfrm>
            <a:off x="615719" y="2979798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231CD876-025A-9870-575A-344CE0D028A8}"/>
              </a:ext>
            </a:extLst>
          </p:cNvPr>
          <p:cNvSpPr/>
          <p:nvPr/>
        </p:nvSpPr>
        <p:spPr>
          <a:xfrm>
            <a:off x="720957" y="4151861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1BDFBB49-65B9-E382-E232-59664941EA21}"/>
              </a:ext>
            </a:extLst>
          </p:cNvPr>
          <p:cNvSpPr/>
          <p:nvPr/>
        </p:nvSpPr>
        <p:spPr>
          <a:xfrm>
            <a:off x="1355178" y="4147837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8BC6C71C-E446-4046-C139-369E03CFC8FA}"/>
              </a:ext>
            </a:extLst>
          </p:cNvPr>
          <p:cNvSpPr/>
          <p:nvPr/>
        </p:nvSpPr>
        <p:spPr>
          <a:xfrm>
            <a:off x="644758" y="3976448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B642859F-8891-AFFC-277B-31F73DEC4ADE}"/>
              </a:ext>
            </a:extLst>
          </p:cNvPr>
          <p:cNvSpPr/>
          <p:nvPr/>
        </p:nvSpPr>
        <p:spPr>
          <a:xfrm>
            <a:off x="730538" y="3078976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4154B4F5-E83E-029D-D866-968497D8347B}"/>
              </a:ext>
            </a:extLst>
          </p:cNvPr>
          <p:cNvSpPr/>
          <p:nvPr/>
        </p:nvSpPr>
        <p:spPr>
          <a:xfrm>
            <a:off x="722319" y="3224226"/>
            <a:ext cx="802925" cy="523621"/>
          </a:xfrm>
          <a:prstGeom prst="rect">
            <a:avLst/>
          </a:prstGeom>
          <a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5164" t="-18752" r="5164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4D96C333-739B-B0E4-A69E-21FDDB522730}"/>
              </a:ext>
            </a:extLst>
          </p:cNvPr>
          <p:cNvSpPr/>
          <p:nvPr/>
        </p:nvSpPr>
        <p:spPr>
          <a:xfrm>
            <a:off x="642598" y="3770462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8F01AE65-339A-F1BD-4549-7BE3E867EDF7}"/>
              </a:ext>
            </a:extLst>
          </p:cNvPr>
          <p:cNvSpPr/>
          <p:nvPr/>
        </p:nvSpPr>
        <p:spPr>
          <a:xfrm>
            <a:off x="2974058" y="476759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12C3569F-393D-9D6E-B7DE-E317F8DB6288}"/>
              </a:ext>
            </a:extLst>
          </p:cNvPr>
          <p:cNvSpPr/>
          <p:nvPr/>
        </p:nvSpPr>
        <p:spPr>
          <a:xfrm>
            <a:off x="3079296" y="593965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8FB0D5FB-4657-2045-C304-224194B94B64}"/>
              </a:ext>
            </a:extLst>
          </p:cNvPr>
          <p:cNvSpPr/>
          <p:nvPr/>
        </p:nvSpPr>
        <p:spPr>
          <a:xfrm>
            <a:off x="3713517" y="593563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2A43B258-6019-EB3C-9AD9-629BC9194275}"/>
              </a:ext>
            </a:extLst>
          </p:cNvPr>
          <p:cNvSpPr/>
          <p:nvPr/>
        </p:nvSpPr>
        <p:spPr>
          <a:xfrm>
            <a:off x="3003097" y="576424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E6FE3894-E850-F2C3-80CF-8F90091D46A2}"/>
              </a:ext>
            </a:extLst>
          </p:cNvPr>
          <p:cNvSpPr/>
          <p:nvPr/>
        </p:nvSpPr>
        <p:spPr>
          <a:xfrm>
            <a:off x="3088877" y="486677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589C835B-6724-7664-9A98-4C942BB7C15A}"/>
              </a:ext>
            </a:extLst>
          </p:cNvPr>
          <p:cNvSpPr/>
          <p:nvPr/>
        </p:nvSpPr>
        <p:spPr>
          <a:xfrm>
            <a:off x="3080658" y="5012021"/>
            <a:ext cx="802925" cy="523621"/>
          </a:xfrm>
          <a:prstGeom prst="rect">
            <a:avLst/>
          </a:prstGeom>
          <a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6045" t="-39378" r="-6045" b="-39378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D711F784-425E-CE09-46C8-D26F6B1276E7}"/>
              </a:ext>
            </a:extLst>
          </p:cNvPr>
          <p:cNvSpPr/>
          <p:nvPr/>
        </p:nvSpPr>
        <p:spPr>
          <a:xfrm>
            <a:off x="3000937" y="555825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FFDA44A3-6399-6E9F-C6A5-7DE8B1FF7B47}"/>
              </a:ext>
            </a:extLst>
          </p:cNvPr>
          <p:cNvSpPr/>
          <p:nvPr/>
        </p:nvSpPr>
        <p:spPr>
          <a:xfrm>
            <a:off x="4150745" y="476588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C1C7CC77-E03B-F607-EC23-05162A8C93AF}"/>
              </a:ext>
            </a:extLst>
          </p:cNvPr>
          <p:cNvSpPr/>
          <p:nvPr/>
        </p:nvSpPr>
        <p:spPr>
          <a:xfrm>
            <a:off x="4255983" y="593794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9B1BECD8-0530-269E-512F-B212EFB9C404}"/>
              </a:ext>
            </a:extLst>
          </p:cNvPr>
          <p:cNvSpPr/>
          <p:nvPr/>
        </p:nvSpPr>
        <p:spPr>
          <a:xfrm>
            <a:off x="4890204" y="593392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9EE41818-C1F0-43AE-618D-B480C400CDEF}"/>
              </a:ext>
            </a:extLst>
          </p:cNvPr>
          <p:cNvSpPr/>
          <p:nvPr/>
        </p:nvSpPr>
        <p:spPr>
          <a:xfrm>
            <a:off x="4179784" y="576253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8F7D87DE-5AE7-1599-3BE9-CABC939852CE}"/>
              </a:ext>
            </a:extLst>
          </p:cNvPr>
          <p:cNvSpPr/>
          <p:nvPr/>
        </p:nvSpPr>
        <p:spPr>
          <a:xfrm>
            <a:off x="4265564" y="486506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2C278F05-C9C9-6710-8589-EDF081393B5E}"/>
              </a:ext>
            </a:extLst>
          </p:cNvPr>
          <p:cNvSpPr/>
          <p:nvPr/>
        </p:nvSpPr>
        <p:spPr>
          <a:xfrm>
            <a:off x="4257345" y="4977650"/>
            <a:ext cx="802925" cy="523621"/>
          </a:xfrm>
          <a:prstGeom prst="rect">
            <a:avLst/>
          </a:prstGeom>
          <a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2922" t="-25627" r="2922" b="-2562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07314A2A-280A-B838-7C68-CEFB25FA01AA}"/>
              </a:ext>
            </a:extLst>
          </p:cNvPr>
          <p:cNvSpPr/>
          <p:nvPr/>
        </p:nvSpPr>
        <p:spPr>
          <a:xfrm>
            <a:off x="4177624" y="555654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89DF199D-B7B3-FF00-59AA-13BC604BE0C0}"/>
              </a:ext>
            </a:extLst>
          </p:cNvPr>
          <p:cNvSpPr/>
          <p:nvPr/>
        </p:nvSpPr>
        <p:spPr>
          <a:xfrm>
            <a:off x="1801241" y="4755097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D4DBFA17-5C8E-4C09-1607-5576B7A55667}"/>
              </a:ext>
            </a:extLst>
          </p:cNvPr>
          <p:cNvSpPr/>
          <p:nvPr/>
        </p:nvSpPr>
        <p:spPr>
          <a:xfrm>
            <a:off x="1906479" y="5927160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0C7400DB-BC86-77D3-7D05-C55A7DD37C9E}"/>
              </a:ext>
            </a:extLst>
          </p:cNvPr>
          <p:cNvSpPr/>
          <p:nvPr/>
        </p:nvSpPr>
        <p:spPr>
          <a:xfrm>
            <a:off x="2540700" y="5923136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0B7E0441-D23C-ADE6-A51F-1B037825B0C6}"/>
              </a:ext>
            </a:extLst>
          </p:cNvPr>
          <p:cNvSpPr/>
          <p:nvPr/>
        </p:nvSpPr>
        <p:spPr>
          <a:xfrm>
            <a:off x="1830280" y="5751747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6861789C-FDDA-2DE5-3F0C-693785B999ED}"/>
              </a:ext>
            </a:extLst>
          </p:cNvPr>
          <p:cNvSpPr/>
          <p:nvPr/>
        </p:nvSpPr>
        <p:spPr>
          <a:xfrm>
            <a:off x="1916060" y="4854275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F30A931-536E-2B83-907A-4808DC6EB746}"/>
              </a:ext>
            </a:extLst>
          </p:cNvPr>
          <p:cNvSpPr/>
          <p:nvPr/>
        </p:nvSpPr>
        <p:spPr>
          <a:xfrm>
            <a:off x="1907841" y="4999525"/>
            <a:ext cx="802925" cy="523621"/>
          </a:xfrm>
          <a:prstGeom prst="rect">
            <a:avLst/>
          </a:prstGeom>
          <a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8287" t="-39378" r="-8287" b="-39378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E3720AE-6EFD-BE20-6856-E08FD4A233CB}"/>
              </a:ext>
            </a:extLst>
          </p:cNvPr>
          <p:cNvSpPr/>
          <p:nvPr/>
        </p:nvSpPr>
        <p:spPr>
          <a:xfrm>
            <a:off x="1828120" y="5545761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BC9C17D3-D7BB-6D36-C6DC-0A27E180EAC0}"/>
              </a:ext>
            </a:extLst>
          </p:cNvPr>
          <p:cNvSpPr/>
          <p:nvPr/>
        </p:nvSpPr>
        <p:spPr>
          <a:xfrm>
            <a:off x="615719" y="4755221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2F21A294-12BD-6236-F18A-5CC79A8827C4}"/>
              </a:ext>
            </a:extLst>
          </p:cNvPr>
          <p:cNvSpPr/>
          <p:nvPr/>
        </p:nvSpPr>
        <p:spPr>
          <a:xfrm>
            <a:off x="720957" y="5927284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D31E302C-5021-01F5-30E9-20768E53EFE2}"/>
              </a:ext>
            </a:extLst>
          </p:cNvPr>
          <p:cNvSpPr/>
          <p:nvPr/>
        </p:nvSpPr>
        <p:spPr>
          <a:xfrm>
            <a:off x="1355178" y="5923260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6C07E888-A81B-DE4B-AB53-B91E087999B0}"/>
              </a:ext>
            </a:extLst>
          </p:cNvPr>
          <p:cNvSpPr/>
          <p:nvPr/>
        </p:nvSpPr>
        <p:spPr>
          <a:xfrm>
            <a:off x="644758" y="5751871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0500BE8C-1A3E-D96E-2F7A-890C278D9B64}"/>
              </a:ext>
            </a:extLst>
          </p:cNvPr>
          <p:cNvSpPr/>
          <p:nvPr/>
        </p:nvSpPr>
        <p:spPr>
          <a:xfrm>
            <a:off x="730538" y="4854399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0C17803C-3471-76D2-DB6A-5E1D71A29D31}"/>
              </a:ext>
            </a:extLst>
          </p:cNvPr>
          <p:cNvSpPr/>
          <p:nvPr/>
        </p:nvSpPr>
        <p:spPr>
          <a:xfrm>
            <a:off x="722319" y="4999649"/>
            <a:ext cx="802925" cy="523621"/>
          </a:xfrm>
          <a:prstGeom prst="rect">
            <a:avLst/>
          </a:prstGeom>
          <a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2922" t="-22190" r="2922" b="-2219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AFEDF99B-FB90-026D-F550-0739B22AC674}"/>
              </a:ext>
            </a:extLst>
          </p:cNvPr>
          <p:cNvSpPr/>
          <p:nvPr/>
        </p:nvSpPr>
        <p:spPr>
          <a:xfrm>
            <a:off x="642598" y="5545885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</p:spTree>
    <p:extLst>
      <p:ext uri="{BB962C8B-B14F-4D97-AF65-F5344CB8AC3E}">
        <p14:creationId xmlns:p14="http://schemas.microsoft.com/office/powerpoint/2010/main" val="2600151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264B5-549B-2546-98E5-677CC8169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17B652-9F0B-566E-A028-99056AA525C0}"/>
              </a:ext>
            </a:extLst>
          </p:cNvPr>
          <p:cNvSpPr/>
          <p:nvPr/>
        </p:nvSpPr>
        <p:spPr>
          <a:xfrm>
            <a:off x="-72571" y="-42873"/>
            <a:ext cx="7006771" cy="518844"/>
          </a:xfrm>
          <a:prstGeom prst="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5EF3221E-6092-83B1-BDC2-D075E713C538}"/>
              </a:ext>
            </a:extLst>
          </p:cNvPr>
          <p:cNvSpPr/>
          <p:nvPr/>
        </p:nvSpPr>
        <p:spPr>
          <a:xfrm>
            <a:off x="1650206" y="110326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27DB2C-5C12-E080-0270-B797197FD9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95" y="-203104"/>
            <a:ext cx="867300" cy="867300"/>
          </a:xfrm>
          <a:prstGeom prst="rect">
            <a:avLst/>
          </a:prstGeom>
        </p:spPr>
      </p:pic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07C8CC6E-0C94-F052-BEBE-8E9B126263F4}"/>
              </a:ext>
            </a:extLst>
          </p:cNvPr>
          <p:cNvSpPr/>
          <p:nvPr/>
        </p:nvSpPr>
        <p:spPr>
          <a:xfrm>
            <a:off x="4136231" y="110330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97830E-9F60-7C44-950F-2773221BFA9C}"/>
              </a:ext>
            </a:extLst>
          </p:cNvPr>
          <p:cNvSpPr/>
          <p:nvPr/>
        </p:nvSpPr>
        <p:spPr>
          <a:xfrm>
            <a:off x="1975247" y="110327"/>
            <a:ext cx="2407444" cy="2409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F59B76-3634-6902-C7FE-F6CCB9742E55}"/>
              </a:ext>
            </a:extLst>
          </p:cNvPr>
          <p:cNvSpPr txBox="1"/>
          <p:nvPr/>
        </p:nvSpPr>
        <p:spPr>
          <a:xfrm>
            <a:off x="1735931" y="123206"/>
            <a:ext cx="48577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>
                <a:solidFill>
                  <a:schemeClr val="bg1">
                    <a:lumMod val="50000"/>
                  </a:schemeClr>
                </a:solidFill>
              </a:rPr>
              <a:t>Search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F291B5-6972-5412-D275-1FA44CA668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789" y="178711"/>
            <a:ext cx="114300" cy="114300"/>
          </a:xfrm>
          <a:prstGeom prst="rect">
            <a:avLst/>
          </a:prstGeom>
        </p:spPr>
      </p:pic>
      <p:pic>
        <p:nvPicPr>
          <p:cNvPr id="13" name="Picture 12">
            <a:hlinkClick r:id="rId4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BDE31EFB-58F1-E73F-15A8-72DF121E5E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124" y="166580"/>
            <a:ext cx="175426" cy="1754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20AFAE-1C30-2E22-592B-1DCCE380C2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975" y="153571"/>
            <a:ext cx="191297" cy="188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790ACAB-AAAB-A8E8-5111-BDD4CFF2A4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593" y="147861"/>
            <a:ext cx="195732" cy="195732"/>
          </a:xfrm>
          <a:prstGeom prst="rect">
            <a:avLst/>
          </a:prstGeom>
        </p:spPr>
      </p:pic>
      <p:pic>
        <p:nvPicPr>
          <p:cNvPr id="16" name="Picture 15">
            <a:hlinkClick r:id="rId9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A2C07333-DE2D-6298-E741-820F2C98333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16" y="114028"/>
            <a:ext cx="246459" cy="246459"/>
          </a:xfrm>
          <a:prstGeom prst="rect">
            <a:avLst/>
          </a:prstGeom>
        </p:spPr>
      </p:pic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7121C7A8-2EF6-7FA2-FA67-82C5ECFDBF19}"/>
              </a:ext>
            </a:extLst>
          </p:cNvPr>
          <p:cNvSpPr/>
          <p:nvPr/>
        </p:nvSpPr>
        <p:spPr>
          <a:xfrm>
            <a:off x="-72571" y="8284021"/>
            <a:ext cx="7006771" cy="1999349"/>
          </a:xfrm>
          <a:prstGeom prst="round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B9E9AEA8-26C2-5928-77F8-914011174EB1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516" y="8269121"/>
            <a:ext cx="1668550" cy="1668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C2702C-6E66-54C6-8321-316F7BBEE57D}"/>
              </a:ext>
            </a:extLst>
          </p:cNvPr>
          <p:cNvSpPr txBox="1"/>
          <p:nvPr/>
        </p:nvSpPr>
        <p:spPr>
          <a:xfrm>
            <a:off x="678266" y="8505808"/>
            <a:ext cx="131881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CUSTOMER SERVICE</a:t>
            </a:r>
          </a:p>
          <a:p>
            <a:endParaRPr lang="en-PH" sz="12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Cancellation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Delivery</a:t>
            </a:r>
          </a:p>
          <a:p>
            <a:r>
              <a:rPr lang="en-PH" sz="600" dirty="0">
                <a:solidFill>
                  <a:schemeClr val="bg1"/>
                </a:solidFill>
              </a:rPr>
              <a:t>Order Verification</a:t>
            </a:r>
          </a:p>
          <a:p>
            <a:r>
              <a:rPr lang="en-PH" sz="600" dirty="0">
                <a:solidFill>
                  <a:schemeClr val="bg1"/>
                </a:solidFill>
              </a:rPr>
              <a:t>Payment 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Privacy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Terms and Conditions</a:t>
            </a:r>
          </a:p>
          <a:p>
            <a:r>
              <a:rPr lang="en-PH" sz="600" dirty="0">
                <a:solidFill>
                  <a:schemeClr val="bg1"/>
                </a:solidFill>
              </a:rPr>
              <a:t>Warranty</a:t>
            </a:r>
            <a:endParaRPr lang="en-PH" sz="11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FEEA47-E1F2-8A28-DDD7-B1353F6593AD}"/>
              </a:ext>
            </a:extLst>
          </p:cNvPr>
          <p:cNvSpPr txBox="1"/>
          <p:nvPr/>
        </p:nvSpPr>
        <p:spPr>
          <a:xfrm>
            <a:off x="1996061" y="8505808"/>
            <a:ext cx="1318813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COMPANY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Careers</a:t>
            </a:r>
          </a:p>
          <a:p>
            <a:r>
              <a:rPr lang="en-PH" sz="600" dirty="0">
                <a:solidFill>
                  <a:schemeClr val="bg1"/>
                </a:solidFill>
              </a:rPr>
              <a:t>Contact Us</a:t>
            </a:r>
          </a:p>
          <a:p>
            <a:r>
              <a:rPr lang="en-PH" sz="600" dirty="0">
                <a:solidFill>
                  <a:schemeClr val="bg1"/>
                </a:solidFill>
              </a:rPr>
              <a:t>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News and Articles</a:t>
            </a:r>
          </a:p>
          <a:p>
            <a:r>
              <a:rPr lang="en-PH" sz="600" dirty="0">
                <a:solidFill>
                  <a:schemeClr val="bg1"/>
                </a:solidFill>
              </a:rPr>
              <a:t>Our Company</a:t>
            </a:r>
          </a:p>
          <a:p>
            <a:r>
              <a:rPr lang="en-PH" sz="600" dirty="0">
                <a:solidFill>
                  <a:schemeClr val="bg1"/>
                </a:solidFill>
              </a:rPr>
              <a:t>Reviews</a:t>
            </a:r>
          </a:p>
          <a:p>
            <a:r>
              <a:rPr lang="en-PH" sz="600" dirty="0">
                <a:solidFill>
                  <a:schemeClr val="bg1"/>
                </a:solidFill>
              </a:rPr>
              <a:t>Store Locations</a:t>
            </a:r>
            <a:endParaRPr lang="en-PH" sz="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C23C8D-FBE9-2701-1B2F-6398882AC6E8}"/>
              </a:ext>
            </a:extLst>
          </p:cNvPr>
          <p:cNvSpPr txBox="1"/>
          <p:nvPr/>
        </p:nvSpPr>
        <p:spPr>
          <a:xfrm>
            <a:off x="3000937" y="8508634"/>
            <a:ext cx="131881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LINKS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Gadget Spot Corporate</a:t>
            </a:r>
          </a:p>
          <a:p>
            <a:r>
              <a:rPr lang="en-PH" sz="600" dirty="0">
                <a:solidFill>
                  <a:schemeClr val="bg1"/>
                </a:solidFill>
              </a:rPr>
              <a:t>Gadget Spot Community</a:t>
            </a:r>
          </a:p>
          <a:p>
            <a:r>
              <a:rPr lang="en-PH" sz="600" dirty="0">
                <a:solidFill>
                  <a:schemeClr val="bg1"/>
                </a:solidFill>
              </a:rPr>
              <a:t>Lazada Official Store</a:t>
            </a:r>
          </a:p>
          <a:p>
            <a:r>
              <a:rPr lang="en-PH" sz="600" dirty="0">
                <a:solidFill>
                  <a:schemeClr val="bg1"/>
                </a:solidFill>
              </a:rPr>
              <a:t>Shopee Official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0FDFD8-9C33-EDBE-87F4-6911C78AF027}"/>
              </a:ext>
            </a:extLst>
          </p:cNvPr>
          <p:cNvSpPr txBox="1"/>
          <p:nvPr/>
        </p:nvSpPr>
        <p:spPr>
          <a:xfrm>
            <a:off x="2808861" y="9712247"/>
            <a:ext cx="1362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50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©2026 Gadget SPOT. ALL RIGHTS RESERVED</a:t>
            </a:r>
            <a:endParaRPr lang="en-PH" sz="5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0104B38-F521-A245-10CF-CD26A26F12DB}"/>
              </a:ext>
            </a:extLst>
          </p:cNvPr>
          <p:cNvSpPr txBox="1"/>
          <p:nvPr/>
        </p:nvSpPr>
        <p:spPr>
          <a:xfrm>
            <a:off x="590764" y="758739"/>
            <a:ext cx="13773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Franklin Gothic Demi" panose="020B0703020102020204" pitchFamily="34" charset="0"/>
                <a:hlinkClick r:id="rId12" action="ppaction://hlinksldjump">
                  <a:snd r:embed="rId5" name="click.wav"/>
                </a:hlinkClick>
              </a:rPr>
              <a:t>PRODUCTS</a:t>
            </a:r>
            <a:r>
              <a:rPr lang="en-US" sz="900" dirty="0">
                <a:latin typeface="Franklin Gothic Demi" panose="020B0703020102020204" pitchFamily="34" charset="0"/>
              </a:rPr>
              <a:t> &gt; </a:t>
            </a:r>
            <a:r>
              <a:rPr lang="en-US" sz="900" b="1" u="sng" dirty="0">
                <a:latin typeface="Franklin Gothic Demi" panose="020B0703020102020204" pitchFamily="34" charset="0"/>
              </a:rPr>
              <a:t>MEMORY </a:t>
            </a:r>
            <a:endParaRPr lang="en-PH" sz="900" b="1" u="sng" dirty="0">
              <a:latin typeface="Franklin Gothic Demi" panose="020B0703020102020204" pitchFamily="34" charset="0"/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D93054D3-EA01-6AE2-F049-4B82BB7B1DA9}"/>
              </a:ext>
            </a:extLst>
          </p:cNvPr>
          <p:cNvSpPr/>
          <p:nvPr/>
        </p:nvSpPr>
        <p:spPr>
          <a:xfrm>
            <a:off x="2974058" y="125059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BA2D5C81-4AD2-132F-191A-A1D6D865B3C5}"/>
              </a:ext>
            </a:extLst>
          </p:cNvPr>
          <p:cNvSpPr/>
          <p:nvPr/>
        </p:nvSpPr>
        <p:spPr>
          <a:xfrm>
            <a:off x="3079296" y="242265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BEFA331E-36CE-4674-E30E-27CBF6D118C8}"/>
              </a:ext>
            </a:extLst>
          </p:cNvPr>
          <p:cNvSpPr/>
          <p:nvPr/>
        </p:nvSpPr>
        <p:spPr>
          <a:xfrm>
            <a:off x="3713517" y="241863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A806452-163C-22B6-E000-0BD458B8A8FE}"/>
              </a:ext>
            </a:extLst>
          </p:cNvPr>
          <p:cNvSpPr/>
          <p:nvPr/>
        </p:nvSpPr>
        <p:spPr>
          <a:xfrm>
            <a:off x="3003097" y="224724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201A96ED-41BE-AAF2-991D-E7A01E3922F8}"/>
              </a:ext>
            </a:extLst>
          </p:cNvPr>
          <p:cNvSpPr/>
          <p:nvPr/>
        </p:nvSpPr>
        <p:spPr>
          <a:xfrm>
            <a:off x="3088877" y="134977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BAB8B4C-F74D-BC67-06FB-22FDFDC0899F}"/>
              </a:ext>
            </a:extLst>
          </p:cNvPr>
          <p:cNvSpPr/>
          <p:nvPr/>
        </p:nvSpPr>
        <p:spPr>
          <a:xfrm>
            <a:off x="3080658" y="1495020"/>
            <a:ext cx="802925" cy="523621"/>
          </a:xfrm>
          <a:prstGeom prst="rect">
            <a:avLst/>
          </a:prstGeom>
          <a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561" t="-42815" r="-1561" b="-4281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16BC658-7AF1-E69B-4DB1-65300C114784}"/>
              </a:ext>
            </a:extLst>
          </p:cNvPr>
          <p:cNvSpPr/>
          <p:nvPr/>
        </p:nvSpPr>
        <p:spPr>
          <a:xfrm>
            <a:off x="3000937" y="204125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BB9D3E2D-F42E-FCD1-C1DC-B8E00310E6DC}"/>
              </a:ext>
            </a:extLst>
          </p:cNvPr>
          <p:cNvSpPr/>
          <p:nvPr/>
        </p:nvSpPr>
        <p:spPr>
          <a:xfrm>
            <a:off x="4150745" y="124888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91F13133-097E-4500-8BE5-ACC016D24133}"/>
              </a:ext>
            </a:extLst>
          </p:cNvPr>
          <p:cNvSpPr/>
          <p:nvPr/>
        </p:nvSpPr>
        <p:spPr>
          <a:xfrm>
            <a:off x="4255983" y="242094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A222BEFA-F929-1D2F-EB23-7E20D4827C4E}"/>
              </a:ext>
            </a:extLst>
          </p:cNvPr>
          <p:cNvSpPr/>
          <p:nvPr/>
        </p:nvSpPr>
        <p:spPr>
          <a:xfrm>
            <a:off x="4890204" y="241692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71ABD0B-1B71-6DBA-15AF-0B107E913FB5}"/>
              </a:ext>
            </a:extLst>
          </p:cNvPr>
          <p:cNvSpPr/>
          <p:nvPr/>
        </p:nvSpPr>
        <p:spPr>
          <a:xfrm>
            <a:off x="4179784" y="224553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9771C8DC-20B8-F177-E620-FE0B7EE4A902}"/>
              </a:ext>
            </a:extLst>
          </p:cNvPr>
          <p:cNvSpPr/>
          <p:nvPr/>
        </p:nvSpPr>
        <p:spPr>
          <a:xfrm>
            <a:off x="4265564" y="134806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7112214-14E9-524F-458F-58187B00EFE7}"/>
              </a:ext>
            </a:extLst>
          </p:cNvPr>
          <p:cNvSpPr/>
          <p:nvPr/>
        </p:nvSpPr>
        <p:spPr>
          <a:xfrm>
            <a:off x="4257345" y="1493310"/>
            <a:ext cx="802925" cy="523621"/>
          </a:xfrm>
          <a:prstGeom prst="rect">
            <a:avLst/>
          </a:prstGeom>
          <a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681" t="-18752" r="681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8795F7B-CF4D-72E4-CD9C-DCB6AADF0802}"/>
              </a:ext>
            </a:extLst>
          </p:cNvPr>
          <p:cNvSpPr/>
          <p:nvPr/>
        </p:nvSpPr>
        <p:spPr>
          <a:xfrm>
            <a:off x="4177624" y="203954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C98AE5F7-F3DA-DE70-AF88-29C0A51E69F6}"/>
              </a:ext>
            </a:extLst>
          </p:cNvPr>
          <p:cNvSpPr/>
          <p:nvPr/>
        </p:nvSpPr>
        <p:spPr>
          <a:xfrm>
            <a:off x="5318477" y="1239995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1F87A114-4C59-7587-9474-F1DE186F73DC}"/>
              </a:ext>
            </a:extLst>
          </p:cNvPr>
          <p:cNvSpPr/>
          <p:nvPr/>
        </p:nvSpPr>
        <p:spPr>
          <a:xfrm>
            <a:off x="5423715" y="2412058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685A9BD6-D544-AEF2-B223-70DCB860CA4E}"/>
              </a:ext>
            </a:extLst>
          </p:cNvPr>
          <p:cNvSpPr/>
          <p:nvPr/>
        </p:nvSpPr>
        <p:spPr>
          <a:xfrm>
            <a:off x="6057936" y="2408034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2FE499DD-5C03-FC30-3378-EEF83B0F7763}"/>
              </a:ext>
            </a:extLst>
          </p:cNvPr>
          <p:cNvSpPr/>
          <p:nvPr/>
        </p:nvSpPr>
        <p:spPr>
          <a:xfrm>
            <a:off x="5347516" y="2236645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7CBBA1CD-9308-A562-598A-5041D96149BD}"/>
              </a:ext>
            </a:extLst>
          </p:cNvPr>
          <p:cNvSpPr/>
          <p:nvPr/>
        </p:nvSpPr>
        <p:spPr>
          <a:xfrm>
            <a:off x="5433296" y="1339173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E786FD9-D38E-0848-04CD-D7A90FDF9877}"/>
              </a:ext>
            </a:extLst>
          </p:cNvPr>
          <p:cNvSpPr/>
          <p:nvPr/>
        </p:nvSpPr>
        <p:spPr>
          <a:xfrm>
            <a:off x="5425077" y="1484423"/>
            <a:ext cx="802925" cy="523621"/>
          </a:xfrm>
          <a:prstGeom prst="rect">
            <a:avLst/>
          </a:prstGeom>
          <a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25627" b="-2562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BBC4BC6-C7FF-FFB7-C1BA-F7240E6884E5}"/>
              </a:ext>
            </a:extLst>
          </p:cNvPr>
          <p:cNvSpPr/>
          <p:nvPr/>
        </p:nvSpPr>
        <p:spPr>
          <a:xfrm>
            <a:off x="5345356" y="2030659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38255787-11CA-0E29-3515-9FA0CAF2532B}"/>
              </a:ext>
            </a:extLst>
          </p:cNvPr>
          <p:cNvSpPr/>
          <p:nvPr/>
        </p:nvSpPr>
        <p:spPr>
          <a:xfrm>
            <a:off x="1801241" y="1238096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4E4D31C8-A4B6-A369-2C58-39C0CCDB3216}"/>
              </a:ext>
            </a:extLst>
          </p:cNvPr>
          <p:cNvSpPr/>
          <p:nvPr/>
        </p:nvSpPr>
        <p:spPr>
          <a:xfrm>
            <a:off x="1906479" y="2410159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067719C2-2527-E3BB-4D26-6A7B41D23A7B}"/>
              </a:ext>
            </a:extLst>
          </p:cNvPr>
          <p:cNvSpPr/>
          <p:nvPr/>
        </p:nvSpPr>
        <p:spPr>
          <a:xfrm>
            <a:off x="2540700" y="2406135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1C329818-F142-1655-5FCB-2DAAF9D09137}"/>
              </a:ext>
            </a:extLst>
          </p:cNvPr>
          <p:cNvSpPr/>
          <p:nvPr/>
        </p:nvSpPr>
        <p:spPr>
          <a:xfrm>
            <a:off x="1830280" y="2234746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91ED4432-F9F0-23C6-715E-4C5D00ED9574}"/>
              </a:ext>
            </a:extLst>
          </p:cNvPr>
          <p:cNvSpPr/>
          <p:nvPr/>
        </p:nvSpPr>
        <p:spPr>
          <a:xfrm>
            <a:off x="1916060" y="1337274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596F909-76F5-1B08-B3C6-35D90B21686D}"/>
              </a:ext>
            </a:extLst>
          </p:cNvPr>
          <p:cNvSpPr/>
          <p:nvPr/>
        </p:nvSpPr>
        <p:spPr>
          <a:xfrm>
            <a:off x="1907841" y="1482524"/>
            <a:ext cx="802925" cy="523621"/>
          </a:xfrm>
          <a:prstGeom prst="rect">
            <a:avLst/>
          </a:prstGeom>
          <a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561" t="-29065" r="-1561" b="-2906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2F1FE65-8543-41EE-7291-83E484B12D35}"/>
              </a:ext>
            </a:extLst>
          </p:cNvPr>
          <p:cNvSpPr/>
          <p:nvPr/>
        </p:nvSpPr>
        <p:spPr>
          <a:xfrm>
            <a:off x="1828120" y="2028760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471D1EC7-0DE3-C896-7E17-0FCE46D7AFBD}"/>
              </a:ext>
            </a:extLst>
          </p:cNvPr>
          <p:cNvSpPr/>
          <p:nvPr/>
        </p:nvSpPr>
        <p:spPr>
          <a:xfrm>
            <a:off x="615719" y="123822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B84CF090-5B73-A189-F307-4D15C912BD04}"/>
              </a:ext>
            </a:extLst>
          </p:cNvPr>
          <p:cNvSpPr/>
          <p:nvPr/>
        </p:nvSpPr>
        <p:spPr>
          <a:xfrm>
            <a:off x="720957" y="241028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14F01CFE-9F80-7BBA-B962-E19C79FAE3FB}"/>
              </a:ext>
            </a:extLst>
          </p:cNvPr>
          <p:cNvSpPr/>
          <p:nvPr/>
        </p:nvSpPr>
        <p:spPr>
          <a:xfrm>
            <a:off x="1355178" y="240625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7E1FC2F4-75AD-309D-F95B-9841FE1DE214}"/>
              </a:ext>
            </a:extLst>
          </p:cNvPr>
          <p:cNvSpPr/>
          <p:nvPr/>
        </p:nvSpPr>
        <p:spPr>
          <a:xfrm>
            <a:off x="644758" y="223487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67AB1157-0DB3-8046-59AB-11A86BF3B01D}"/>
              </a:ext>
            </a:extLst>
          </p:cNvPr>
          <p:cNvSpPr/>
          <p:nvPr/>
        </p:nvSpPr>
        <p:spPr>
          <a:xfrm>
            <a:off x="730538" y="133739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B7998504-C368-818D-F4C3-3617DEA435AF}"/>
              </a:ext>
            </a:extLst>
          </p:cNvPr>
          <p:cNvSpPr/>
          <p:nvPr/>
        </p:nvSpPr>
        <p:spPr>
          <a:xfrm>
            <a:off x="722319" y="1482648"/>
            <a:ext cx="802925" cy="523621"/>
          </a:xfrm>
          <a:prstGeom prst="rect">
            <a:avLst/>
          </a:prstGeom>
          <a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6045" t="-35940" r="-6045" b="-3594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B022D7FA-AB86-95D6-720E-3AEA8B4DA76C}"/>
              </a:ext>
            </a:extLst>
          </p:cNvPr>
          <p:cNvSpPr/>
          <p:nvPr/>
        </p:nvSpPr>
        <p:spPr>
          <a:xfrm>
            <a:off x="642598" y="202888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779C32A-878F-07AE-CA20-3F70DFB7AF03}"/>
              </a:ext>
            </a:extLst>
          </p:cNvPr>
          <p:cNvSpPr/>
          <p:nvPr/>
        </p:nvSpPr>
        <p:spPr>
          <a:xfrm>
            <a:off x="2974058" y="299217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1CD41EC5-C6AB-6611-DB52-2A74F950856A}"/>
              </a:ext>
            </a:extLst>
          </p:cNvPr>
          <p:cNvSpPr/>
          <p:nvPr/>
        </p:nvSpPr>
        <p:spPr>
          <a:xfrm>
            <a:off x="3079296" y="416423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33683F7-11F3-443F-EDDD-6AF873080349}"/>
              </a:ext>
            </a:extLst>
          </p:cNvPr>
          <p:cNvSpPr/>
          <p:nvPr/>
        </p:nvSpPr>
        <p:spPr>
          <a:xfrm>
            <a:off x="3713517" y="416020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F58BD70-01D1-A9B4-7331-E69E712A7A4D}"/>
              </a:ext>
            </a:extLst>
          </p:cNvPr>
          <p:cNvSpPr/>
          <p:nvPr/>
        </p:nvSpPr>
        <p:spPr>
          <a:xfrm>
            <a:off x="3003097" y="398882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34736545-A070-D8F4-1691-433F5F904F04}"/>
              </a:ext>
            </a:extLst>
          </p:cNvPr>
          <p:cNvSpPr/>
          <p:nvPr/>
        </p:nvSpPr>
        <p:spPr>
          <a:xfrm>
            <a:off x="3088877" y="309134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C8E6F3A-ED97-9EF2-79BD-D7038E5BE854}"/>
              </a:ext>
            </a:extLst>
          </p:cNvPr>
          <p:cNvSpPr/>
          <p:nvPr/>
        </p:nvSpPr>
        <p:spPr>
          <a:xfrm>
            <a:off x="3080658" y="3236598"/>
            <a:ext cx="802925" cy="523621"/>
          </a:xfrm>
          <a:prstGeom prst="rect">
            <a:avLst/>
          </a:prstGeom>
          <a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681" t="-35940" r="681" b="-3594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C606851-789F-D649-A28A-25CF095D707A}"/>
              </a:ext>
            </a:extLst>
          </p:cNvPr>
          <p:cNvSpPr/>
          <p:nvPr/>
        </p:nvSpPr>
        <p:spPr>
          <a:xfrm>
            <a:off x="3000937" y="378283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399B995-E3EB-3AD4-4D7F-532B91696277}"/>
              </a:ext>
            </a:extLst>
          </p:cNvPr>
          <p:cNvSpPr/>
          <p:nvPr/>
        </p:nvSpPr>
        <p:spPr>
          <a:xfrm>
            <a:off x="4150745" y="299046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A129C3AB-C2D4-76F2-809D-C16452616C23}"/>
              </a:ext>
            </a:extLst>
          </p:cNvPr>
          <p:cNvSpPr/>
          <p:nvPr/>
        </p:nvSpPr>
        <p:spPr>
          <a:xfrm>
            <a:off x="4255983" y="416252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D68D2A6-5A26-3CC5-6025-CA86AD12B5BF}"/>
              </a:ext>
            </a:extLst>
          </p:cNvPr>
          <p:cNvSpPr/>
          <p:nvPr/>
        </p:nvSpPr>
        <p:spPr>
          <a:xfrm>
            <a:off x="4890204" y="415849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A95EAFB-5B7E-30EA-E02A-6DCA88C8790F}"/>
              </a:ext>
            </a:extLst>
          </p:cNvPr>
          <p:cNvSpPr/>
          <p:nvPr/>
        </p:nvSpPr>
        <p:spPr>
          <a:xfrm>
            <a:off x="4179784" y="398711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4AB653E9-DCEF-1EDC-B6BC-9A99668CCB1E}"/>
              </a:ext>
            </a:extLst>
          </p:cNvPr>
          <p:cNvSpPr/>
          <p:nvPr/>
        </p:nvSpPr>
        <p:spPr>
          <a:xfrm>
            <a:off x="4265564" y="308963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EDE0F2D-BF20-2080-7CC5-5C9061746FDF}"/>
              </a:ext>
            </a:extLst>
          </p:cNvPr>
          <p:cNvSpPr/>
          <p:nvPr/>
        </p:nvSpPr>
        <p:spPr>
          <a:xfrm>
            <a:off x="4257345" y="3234888"/>
            <a:ext cx="802925" cy="523621"/>
          </a:xfrm>
          <a:prstGeom prst="rect">
            <a:avLst/>
          </a:prstGeom>
          <a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0529" t="-42815" r="-10529" b="-4281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B9B2961-8BD7-F33F-C504-EDD80E3E0DC6}"/>
              </a:ext>
            </a:extLst>
          </p:cNvPr>
          <p:cNvSpPr/>
          <p:nvPr/>
        </p:nvSpPr>
        <p:spPr>
          <a:xfrm>
            <a:off x="4177624" y="378112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33DAED68-90FE-393B-BB6E-04D9E24079C7}"/>
              </a:ext>
            </a:extLst>
          </p:cNvPr>
          <p:cNvSpPr/>
          <p:nvPr/>
        </p:nvSpPr>
        <p:spPr>
          <a:xfrm>
            <a:off x="5318477" y="298157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300B9F35-0CEF-DC57-D8D6-F57F7AA28C20}"/>
              </a:ext>
            </a:extLst>
          </p:cNvPr>
          <p:cNvSpPr/>
          <p:nvPr/>
        </p:nvSpPr>
        <p:spPr>
          <a:xfrm>
            <a:off x="5423715" y="415363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1604B17A-06A8-BFDA-F848-EFEEAAD80FA8}"/>
              </a:ext>
            </a:extLst>
          </p:cNvPr>
          <p:cNvSpPr/>
          <p:nvPr/>
        </p:nvSpPr>
        <p:spPr>
          <a:xfrm>
            <a:off x="6057936" y="414961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78DF5DF9-4CE3-B538-F747-B624AB13DE2D}"/>
              </a:ext>
            </a:extLst>
          </p:cNvPr>
          <p:cNvSpPr/>
          <p:nvPr/>
        </p:nvSpPr>
        <p:spPr>
          <a:xfrm>
            <a:off x="5347516" y="397822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83236F24-5235-D19D-BD4A-16639144F23F}"/>
              </a:ext>
            </a:extLst>
          </p:cNvPr>
          <p:cNvSpPr/>
          <p:nvPr/>
        </p:nvSpPr>
        <p:spPr>
          <a:xfrm>
            <a:off x="5433296" y="308075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7DADA96A-1CE8-9F6D-38F5-90787BA51000}"/>
              </a:ext>
            </a:extLst>
          </p:cNvPr>
          <p:cNvSpPr/>
          <p:nvPr/>
        </p:nvSpPr>
        <p:spPr>
          <a:xfrm>
            <a:off x="5425077" y="3226001"/>
            <a:ext cx="802925" cy="523621"/>
          </a:xfrm>
          <a:prstGeom prst="rect">
            <a:avLst/>
          </a:prstGeom>
          <a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681" t="-5002" r="681" b="-50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4804C65-A79F-FBEB-B7D0-4B8910CC4A3D}"/>
              </a:ext>
            </a:extLst>
          </p:cNvPr>
          <p:cNvSpPr/>
          <p:nvPr/>
        </p:nvSpPr>
        <p:spPr>
          <a:xfrm>
            <a:off x="5345356" y="377223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0CF3A55C-9ACB-CA07-EE4D-875290F01DE5}"/>
              </a:ext>
            </a:extLst>
          </p:cNvPr>
          <p:cNvSpPr/>
          <p:nvPr/>
        </p:nvSpPr>
        <p:spPr>
          <a:xfrm>
            <a:off x="1801241" y="2979674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4C44A3E2-2918-4301-7B4A-9799515CDEA4}"/>
              </a:ext>
            </a:extLst>
          </p:cNvPr>
          <p:cNvSpPr/>
          <p:nvPr/>
        </p:nvSpPr>
        <p:spPr>
          <a:xfrm>
            <a:off x="1906479" y="4151737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A6231FBB-5308-2261-59B5-4BA4F4F97127}"/>
              </a:ext>
            </a:extLst>
          </p:cNvPr>
          <p:cNvSpPr/>
          <p:nvPr/>
        </p:nvSpPr>
        <p:spPr>
          <a:xfrm>
            <a:off x="2540700" y="4147713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F4EEA69E-9CCE-539E-3066-0C4789A07796}"/>
              </a:ext>
            </a:extLst>
          </p:cNvPr>
          <p:cNvSpPr/>
          <p:nvPr/>
        </p:nvSpPr>
        <p:spPr>
          <a:xfrm>
            <a:off x="1830280" y="3976324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AA5FEAA8-5BA4-5D3D-C0F2-C72A2B3B899E}"/>
              </a:ext>
            </a:extLst>
          </p:cNvPr>
          <p:cNvSpPr/>
          <p:nvPr/>
        </p:nvSpPr>
        <p:spPr>
          <a:xfrm>
            <a:off x="1916060" y="3078852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BEA3C9B6-7770-04AC-EB32-121B68F86681}"/>
              </a:ext>
            </a:extLst>
          </p:cNvPr>
          <p:cNvSpPr/>
          <p:nvPr/>
        </p:nvSpPr>
        <p:spPr>
          <a:xfrm>
            <a:off x="1907841" y="3224102"/>
            <a:ext cx="802925" cy="523621"/>
          </a:xfrm>
          <a:prstGeom prst="rect">
            <a:avLst/>
          </a:prstGeom>
          <a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561" t="-46253" r="-1561" b="-4625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9F45B331-D56C-07C7-DADB-22E093AC0463}"/>
              </a:ext>
            </a:extLst>
          </p:cNvPr>
          <p:cNvSpPr/>
          <p:nvPr/>
        </p:nvSpPr>
        <p:spPr>
          <a:xfrm>
            <a:off x="1828120" y="3770338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76B73784-EC0C-4C0A-8C7E-3877D206595B}"/>
              </a:ext>
            </a:extLst>
          </p:cNvPr>
          <p:cNvSpPr/>
          <p:nvPr/>
        </p:nvSpPr>
        <p:spPr>
          <a:xfrm>
            <a:off x="615719" y="2979798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9C8F8848-38FB-C3E8-1D23-B7E0A7D6F5A3}"/>
              </a:ext>
            </a:extLst>
          </p:cNvPr>
          <p:cNvSpPr/>
          <p:nvPr/>
        </p:nvSpPr>
        <p:spPr>
          <a:xfrm>
            <a:off x="720957" y="4151861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468F010E-F2C6-6C44-AA0B-D4C9AAA95BC4}"/>
              </a:ext>
            </a:extLst>
          </p:cNvPr>
          <p:cNvSpPr/>
          <p:nvPr/>
        </p:nvSpPr>
        <p:spPr>
          <a:xfrm>
            <a:off x="1355178" y="4147837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E47269C1-448C-9127-8C53-73AFF7EDBE2D}"/>
              </a:ext>
            </a:extLst>
          </p:cNvPr>
          <p:cNvSpPr/>
          <p:nvPr/>
        </p:nvSpPr>
        <p:spPr>
          <a:xfrm>
            <a:off x="644758" y="3976448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9BA76BDD-673C-70D0-594B-C00133D5152F}"/>
              </a:ext>
            </a:extLst>
          </p:cNvPr>
          <p:cNvSpPr/>
          <p:nvPr/>
        </p:nvSpPr>
        <p:spPr>
          <a:xfrm>
            <a:off x="730538" y="3078976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F3D276A3-E89D-B85F-F7FC-26D8C77B13A5}"/>
              </a:ext>
            </a:extLst>
          </p:cNvPr>
          <p:cNvSpPr/>
          <p:nvPr/>
        </p:nvSpPr>
        <p:spPr>
          <a:xfrm>
            <a:off x="722319" y="3224226"/>
            <a:ext cx="802925" cy="523621"/>
          </a:xfrm>
          <a:prstGeom prst="rect">
            <a:avLst/>
          </a:prstGeom>
          <a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561" t="-29065" r="-1561" b="-2906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A7EB5C89-AEFA-9714-92D8-D12534F2D10C}"/>
              </a:ext>
            </a:extLst>
          </p:cNvPr>
          <p:cNvSpPr/>
          <p:nvPr/>
        </p:nvSpPr>
        <p:spPr>
          <a:xfrm>
            <a:off x="642598" y="3770462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2BDE63DC-A54D-501B-91E3-5D83B5075D97}"/>
              </a:ext>
            </a:extLst>
          </p:cNvPr>
          <p:cNvSpPr/>
          <p:nvPr/>
        </p:nvSpPr>
        <p:spPr>
          <a:xfrm>
            <a:off x="1801241" y="4755097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236DA0EC-E5D8-38F2-3959-7FFA04DDDDB7}"/>
              </a:ext>
            </a:extLst>
          </p:cNvPr>
          <p:cNvSpPr/>
          <p:nvPr/>
        </p:nvSpPr>
        <p:spPr>
          <a:xfrm>
            <a:off x="1906479" y="5927160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02B8BC45-A703-B7EB-89DE-72A23E75C042}"/>
              </a:ext>
            </a:extLst>
          </p:cNvPr>
          <p:cNvSpPr/>
          <p:nvPr/>
        </p:nvSpPr>
        <p:spPr>
          <a:xfrm>
            <a:off x="2540700" y="5923136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5651DFDE-8D98-B5DC-97BC-AC31D8E4F56A}"/>
              </a:ext>
            </a:extLst>
          </p:cNvPr>
          <p:cNvSpPr/>
          <p:nvPr/>
        </p:nvSpPr>
        <p:spPr>
          <a:xfrm>
            <a:off x="1830280" y="5751747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ADB5D058-5394-5D71-6433-70BAC4D5895F}"/>
              </a:ext>
            </a:extLst>
          </p:cNvPr>
          <p:cNvSpPr/>
          <p:nvPr/>
        </p:nvSpPr>
        <p:spPr>
          <a:xfrm>
            <a:off x="1916060" y="4854275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46BBA6DC-989D-41AC-187C-7187DF557D2E}"/>
              </a:ext>
            </a:extLst>
          </p:cNvPr>
          <p:cNvSpPr/>
          <p:nvPr/>
        </p:nvSpPr>
        <p:spPr>
          <a:xfrm>
            <a:off x="1907841" y="4999525"/>
            <a:ext cx="802925" cy="523621"/>
          </a:xfrm>
          <a:prstGeom prst="rect">
            <a:avLst/>
          </a:prstGeom>
          <a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6045" t="-25627" r="-6045" b="-2562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698A3D34-F432-BEA5-A24D-4BEF58AC0F89}"/>
              </a:ext>
            </a:extLst>
          </p:cNvPr>
          <p:cNvSpPr/>
          <p:nvPr/>
        </p:nvSpPr>
        <p:spPr>
          <a:xfrm>
            <a:off x="1828120" y="5545761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8E578809-EB07-7830-D9D2-D0A6B586A245}"/>
              </a:ext>
            </a:extLst>
          </p:cNvPr>
          <p:cNvSpPr/>
          <p:nvPr/>
        </p:nvSpPr>
        <p:spPr>
          <a:xfrm>
            <a:off x="615719" y="4755221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59B7FFA5-9E71-A516-8B03-264AE82037C1}"/>
              </a:ext>
            </a:extLst>
          </p:cNvPr>
          <p:cNvSpPr/>
          <p:nvPr/>
        </p:nvSpPr>
        <p:spPr>
          <a:xfrm>
            <a:off x="720957" y="5927284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73951858-30E9-5CB5-AB1D-B87C8DB3BBDC}"/>
              </a:ext>
            </a:extLst>
          </p:cNvPr>
          <p:cNvSpPr/>
          <p:nvPr/>
        </p:nvSpPr>
        <p:spPr>
          <a:xfrm>
            <a:off x="1355178" y="5923260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318506FC-A49D-8A25-E374-A18FA38088A4}"/>
              </a:ext>
            </a:extLst>
          </p:cNvPr>
          <p:cNvSpPr/>
          <p:nvPr/>
        </p:nvSpPr>
        <p:spPr>
          <a:xfrm>
            <a:off x="644758" y="5751871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8DDFC6C0-8890-5C6E-DD6E-57177C476E0C}"/>
              </a:ext>
            </a:extLst>
          </p:cNvPr>
          <p:cNvSpPr/>
          <p:nvPr/>
        </p:nvSpPr>
        <p:spPr>
          <a:xfrm>
            <a:off x="730538" y="4854399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544284B6-0041-D391-F31F-662E66480C62}"/>
              </a:ext>
            </a:extLst>
          </p:cNvPr>
          <p:cNvSpPr/>
          <p:nvPr/>
        </p:nvSpPr>
        <p:spPr>
          <a:xfrm>
            <a:off x="722319" y="4999649"/>
            <a:ext cx="802925" cy="523621"/>
          </a:xfrm>
          <a:prstGeom prst="rect">
            <a:avLst/>
          </a:prstGeom>
          <a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681" t="-25627" r="681" b="-2562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8BA11F76-106E-94E0-936E-8CD4410A6954}"/>
              </a:ext>
            </a:extLst>
          </p:cNvPr>
          <p:cNvSpPr/>
          <p:nvPr/>
        </p:nvSpPr>
        <p:spPr>
          <a:xfrm>
            <a:off x="642598" y="5545885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</p:spTree>
    <p:extLst>
      <p:ext uri="{BB962C8B-B14F-4D97-AF65-F5344CB8AC3E}">
        <p14:creationId xmlns:p14="http://schemas.microsoft.com/office/powerpoint/2010/main" val="539847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78A13-990B-73DF-4D19-9D1A79D0D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C2CA73-1BE8-41F9-34A7-CCB5499B80F8}"/>
              </a:ext>
            </a:extLst>
          </p:cNvPr>
          <p:cNvSpPr/>
          <p:nvPr/>
        </p:nvSpPr>
        <p:spPr>
          <a:xfrm>
            <a:off x="-72571" y="-42873"/>
            <a:ext cx="7006771" cy="518844"/>
          </a:xfrm>
          <a:prstGeom prst="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C2DC051E-F799-961A-F79D-4F91A9B5F257}"/>
              </a:ext>
            </a:extLst>
          </p:cNvPr>
          <p:cNvSpPr/>
          <p:nvPr/>
        </p:nvSpPr>
        <p:spPr>
          <a:xfrm>
            <a:off x="1650206" y="110326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A3ADFA-F1C0-C28A-A465-611817CDD7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95" y="-203104"/>
            <a:ext cx="867300" cy="867300"/>
          </a:xfrm>
          <a:prstGeom prst="rect">
            <a:avLst/>
          </a:prstGeom>
        </p:spPr>
      </p:pic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9F4DB16A-14C1-9255-7B1A-0AE4581E70B7}"/>
              </a:ext>
            </a:extLst>
          </p:cNvPr>
          <p:cNvSpPr/>
          <p:nvPr/>
        </p:nvSpPr>
        <p:spPr>
          <a:xfrm>
            <a:off x="4136231" y="110330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F2D984-0422-CD3B-A91E-CD54A7A0B138}"/>
              </a:ext>
            </a:extLst>
          </p:cNvPr>
          <p:cNvSpPr/>
          <p:nvPr/>
        </p:nvSpPr>
        <p:spPr>
          <a:xfrm>
            <a:off x="1975247" y="110327"/>
            <a:ext cx="2407444" cy="2409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806C74-4F04-1D56-6D68-8AEC46737B3C}"/>
              </a:ext>
            </a:extLst>
          </p:cNvPr>
          <p:cNvSpPr txBox="1"/>
          <p:nvPr/>
        </p:nvSpPr>
        <p:spPr>
          <a:xfrm>
            <a:off x="1735931" y="123206"/>
            <a:ext cx="48577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>
                <a:solidFill>
                  <a:schemeClr val="bg1">
                    <a:lumMod val="50000"/>
                  </a:schemeClr>
                </a:solidFill>
              </a:rPr>
              <a:t>Search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8B5324-8F6A-EF1A-8926-4A4375F2EE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789" y="178711"/>
            <a:ext cx="114300" cy="114300"/>
          </a:xfrm>
          <a:prstGeom prst="rect">
            <a:avLst/>
          </a:prstGeom>
        </p:spPr>
      </p:pic>
      <p:pic>
        <p:nvPicPr>
          <p:cNvPr id="13" name="Picture 12">
            <a:hlinkClick r:id="rId4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F9359209-3E30-0461-10EE-70BFFED598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124" y="166580"/>
            <a:ext cx="175426" cy="1754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DD518CF-EF70-DDED-F593-941DCB75C2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975" y="153571"/>
            <a:ext cx="191297" cy="188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E3F96D-4B1A-2A3C-9189-9FFDD657154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593" y="147861"/>
            <a:ext cx="195732" cy="195732"/>
          </a:xfrm>
          <a:prstGeom prst="rect">
            <a:avLst/>
          </a:prstGeom>
        </p:spPr>
      </p:pic>
      <p:pic>
        <p:nvPicPr>
          <p:cNvPr id="16" name="Picture 15">
            <a:hlinkClick r:id="rId9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3C205726-7A6E-9714-116D-12293B1074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16" y="114028"/>
            <a:ext cx="246459" cy="246459"/>
          </a:xfrm>
          <a:prstGeom prst="rect">
            <a:avLst/>
          </a:prstGeom>
        </p:spPr>
      </p:pic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CA0CFE3A-FBB2-1D69-CF45-3E97AC3F64AA}"/>
              </a:ext>
            </a:extLst>
          </p:cNvPr>
          <p:cNvSpPr/>
          <p:nvPr/>
        </p:nvSpPr>
        <p:spPr>
          <a:xfrm>
            <a:off x="-72571" y="8284021"/>
            <a:ext cx="7006771" cy="1999349"/>
          </a:xfrm>
          <a:prstGeom prst="round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B8D48AF4-3118-0F99-185F-6654E0A45DB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516" y="8269121"/>
            <a:ext cx="1668550" cy="1668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65B930-316B-74A7-1500-2213471B948F}"/>
              </a:ext>
            </a:extLst>
          </p:cNvPr>
          <p:cNvSpPr txBox="1"/>
          <p:nvPr/>
        </p:nvSpPr>
        <p:spPr>
          <a:xfrm>
            <a:off x="678266" y="8505808"/>
            <a:ext cx="131881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CUSTOMER SERVICE</a:t>
            </a:r>
          </a:p>
          <a:p>
            <a:endParaRPr lang="en-PH" sz="12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Cancellation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Delivery</a:t>
            </a:r>
          </a:p>
          <a:p>
            <a:r>
              <a:rPr lang="en-PH" sz="600" dirty="0">
                <a:solidFill>
                  <a:schemeClr val="bg1"/>
                </a:solidFill>
              </a:rPr>
              <a:t>Order Verification</a:t>
            </a:r>
          </a:p>
          <a:p>
            <a:r>
              <a:rPr lang="en-PH" sz="600" dirty="0">
                <a:solidFill>
                  <a:schemeClr val="bg1"/>
                </a:solidFill>
              </a:rPr>
              <a:t>Payment 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Privacy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Terms and Conditions</a:t>
            </a:r>
          </a:p>
          <a:p>
            <a:r>
              <a:rPr lang="en-PH" sz="600" dirty="0">
                <a:solidFill>
                  <a:schemeClr val="bg1"/>
                </a:solidFill>
              </a:rPr>
              <a:t>Warranty</a:t>
            </a:r>
            <a:endParaRPr lang="en-PH" sz="11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802C31-59EC-4185-1C1D-3024242D83EC}"/>
              </a:ext>
            </a:extLst>
          </p:cNvPr>
          <p:cNvSpPr txBox="1"/>
          <p:nvPr/>
        </p:nvSpPr>
        <p:spPr>
          <a:xfrm>
            <a:off x="1996061" y="8505808"/>
            <a:ext cx="1318813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COMPANY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Careers</a:t>
            </a:r>
          </a:p>
          <a:p>
            <a:r>
              <a:rPr lang="en-PH" sz="600" dirty="0">
                <a:solidFill>
                  <a:schemeClr val="bg1"/>
                </a:solidFill>
              </a:rPr>
              <a:t>Contact Us</a:t>
            </a:r>
          </a:p>
          <a:p>
            <a:r>
              <a:rPr lang="en-PH" sz="600" dirty="0">
                <a:solidFill>
                  <a:schemeClr val="bg1"/>
                </a:solidFill>
              </a:rPr>
              <a:t>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News and Articles</a:t>
            </a:r>
          </a:p>
          <a:p>
            <a:r>
              <a:rPr lang="en-PH" sz="600" dirty="0">
                <a:solidFill>
                  <a:schemeClr val="bg1"/>
                </a:solidFill>
              </a:rPr>
              <a:t>Our Company</a:t>
            </a:r>
          </a:p>
          <a:p>
            <a:r>
              <a:rPr lang="en-PH" sz="600" dirty="0">
                <a:solidFill>
                  <a:schemeClr val="bg1"/>
                </a:solidFill>
              </a:rPr>
              <a:t>Reviews</a:t>
            </a:r>
          </a:p>
          <a:p>
            <a:r>
              <a:rPr lang="en-PH" sz="600" dirty="0">
                <a:solidFill>
                  <a:schemeClr val="bg1"/>
                </a:solidFill>
              </a:rPr>
              <a:t>Store Locations</a:t>
            </a:r>
            <a:endParaRPr lang="en-PH" sz="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458C51-487F-C0CF-40CF-C4400958C62E}"/>
              </a:ext>
            </a:extLst>
          </p:cNvPr>
          <p:cNvSpPr txBox="1"/>
          <p:nvPr/>
        </p:nvSpPr>
        <p:spPr>
          <a:xfrm>
            <a:off x="3000937" y="8508634"/>
            <a:ext cx="131881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LINKS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Gadget Spot Corporate</a:t>
            </a:r>
          </a:p>
          <a:p>
            <a:r>
              <a:rPr lang="en-PH" sz="600" dirty="0">
                <a:solidFill>
                  <a:schemeClr val="bg1"/>
                </a:solidFill>
              </a:rPr>
              <a:t>Gadget Spot Community</a:t>
            </a:r>
          </a:p>
          <a:p>
            <a:r>
              <a:rPr lang="en-PH" sz="600" dirty="0">
                <a:solidFill>
                  <a:schemeClr val="bg1"/>
                </a:solidFill>
              </a:rPr>
              <a:t>Lazada Official Store</a:t>
            </a:r>
          </a:p>
          <a:p>
            <a:r>
              <a:rPr lang="en-PH" sz="600" dirty="0">
                <a:solidFill>
                  <a:schemeClr val="bg1"/>
                </a:solidFill>
              </a:rPr>
              <a:t>Shopee Official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C03099-8C20-6BCF-2B08-795B22ED2C09}"/>
              </a:ext>
            </a:extLst>
          </p:cNvPr>
          <p:cNvSpPr txBox="1"/>
          <p:nvPr/>
        </p:nvSpPr>
        <p:spPr>
          <a:xfrm>
            <a:off x="2808861" y="9712247"/>
            <a:ext cx="1362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50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©2026 Gadget SPOT. ALL RIGHTS RESERVED</a:t>
            </a:r>
            <a:endParaRPr lang="en-PH" sz="5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EA50F7B-E085-C20C-C6D7-5BFD9BA67881}"/>
              </a:ext>
            </a:extLst>
          </p:cNvPr>
          <p:cNvSpPr txBox="1"/>
          <p:nvPr/>
        </p:nvSpPr>
        <p:spPr>
          <a:xfrm>
            <a:off x="543368" y="758739"/>
            <a:ext cx="19656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Franklin Gothic Demi" panose="020B0703020102020204" pitchFamily="34" charset="0"/>
                <a:hlinkClick r:id="rId12" action="ppaction://hlinksldjump">
                  <a:snd r:embed="rId5" name="click.wav"/>
                </a:hlinkClick>
              </a:rPr>
              <a:t>PRODUCTS</a:t>
            </a:r>
            <a:r>
              <a:rPr lang="en-US" sz="900" dirty="0">
                <a:latin typeface="Franklin Gothic Demi" panose="020B0703020102020204" pitchFamily="34" charset="0"/>
              </a:rPr>
              <a:t> &gt; </a:t>
            </a:r>
            <a:r>
              <a:rPr lang="en-US" sz="900" b="1" u="sng" dirty="0">
                <a:latin typeface="Franklin Gothic Demi" panose="020B0703020102020204" pitchFamily="34" charset="0"/>
              </a:rPr>
              <a:t>SOLID STATE DRIVES </a:t>
            </a:r>
            <a:endParaRPr lang="en-PH" sz="900" b="1" u="sng" dirty="0">
              <a:latin typeface="Franklin Gothic Demi" panose="020B0703020102020204" pitchFamily="34" charset="0"/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2323B376-979B-6C7C-E3E2-00EA7B1B03EC}"/>
              </a:ext>
            </a:extLst>
          </p:cNvPr>
          <p:cNvSpPr/>
          <p:nvPr/>
        </p:nvSpPr>
        <p:spPr>
          <a:xfrm>
            <a:off x="2974058" y="125059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17E7B59E-3742-0732-5B95-2C670A204CE5}"/>
              </a:ext>
            </a:extLst>
          </p:cNvPr>
          <p:cNvSpPr/>
          <p:nvPr/>
        </p:nvSpPr>
        <p:spPr>
          <a:xfrm>
            <a:off x="3079296" y="242265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AF71A38C-B720-5BCB-92C8-E8E380C8908D}"/>
              </a:ext>
            </a:extLst>
          </p:cNvPr>
          <p:cNvSpPr/>
          <p:nvPr/>
        </p:nvSpPr>
        <p:spPr>
          <a:xfrm>
            <a:off x="3713517" y="241863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ECE147B-1BE8-8C77-89DB-008BEEF4A3AE}"/>
              </a:ext>
            </a:extLst>
          </p:cNvPr>
          <p:cNvSpPr/>
          <p:nvPr/>
        </p:nvSpPr>
        <p:spPr>
          <a:xfrm>
            <a:off x="3003097" y="224724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7B1ADAF2-E5AB-1C5B-1D16-227EC9F83FE2}"/>
              </a:ext>
            </a:extLst>
          </p:cNvPr>
          <p:cNvSpPr/>
          <p:nvPr/>
        </p:nvSpPr>
        <p:spPr>
          <a:xfrm>
            <a:off x="3088877" y="134977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AECDD7C-8C11-80BA-58E9-C7843A8D5CAE}"/>
              </a:ext>
            </a:extLst>
          </p:cNvPr>
          <p:cNvSpPr/>
          <p:nvPr/>
        </p:nvSpPr>
        <p:spPr>
          <a:xfrm>
            <a:off x="3080658" y="1495020"/>
            <a:ext cx="802925" cy="523621"/>
          </a:xfrm>
          <a:prstGeom prst="rect">
            <a:avLst/>
          </a:prstGeom>
          <a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804" t="-32503" r="-3804" b="-3250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8FECF54-A279-CED6-0EDB-53FD765D3935}"/>
              </a:ext>
            </a:extLst>
          </p:cNvPr>
          <p:cNvSpPr/>
          <p:nvPr/>
        </p:nvSpPr>
        <p:spPr>
          <a:xfrm>
            <a:off x="3000937" y="204125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3B0FB9EB-E7C4-2D0C-A07E-083219ED3DEB}"/>
              </a:ext>
            </a:extLst>
          </p:cNvPr>
          <p:cNvSpPr/>
          <p:nvPr/>
        </p:nvSpPr>
        <p:spPr>
          <a:xfrm>
            <a:off x="4150745" y="124888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C8F5663E-E827-F068-F6DC-D659ED8674A9}"/>
              </a:ext>
            </a:extLst>
          </p:cNvPr>
          <p:cNvSpPr/>
          <p:nvPr/>
        </p:nvSpPr>
        <p:spPr>
          <a:xfrm>
            <a:off x="4255983" y="242094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1E54D3D3-3403-37D5-E01B-E5299B4BB87B}"/>
              </a:ext>
            </a:extLst>
          </p:cNvPr>
          <p:cNvSpPr/>
          <p:nvPr/>
        </p:nvSpPr>
        <p:spPr>
          <a:xfrm>
            <a:off x="4890204" y="241692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9E73D23-4D5B-699F-A167-07CB8680AB30}"/>
              </a:ext>
            </a:extLst>
          </p:cNvPr>
          <p:cNvSpPr/>
          <p:nvPr/>
        </p:nvSpPr>
        <p:spPr>
          <a:xfrm>
            <a:off x="4179784" y="224553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24AC8181-7472-60F9-551D-3DE2E0F8CC8C}"/>
              </a:ext>
            </a:extLst>
          </p:cNvPr>
          <p:cNvSpPr/>
          <p:nvPr/>
        </p:nvSpPr>
        <p:spPr>
          <a:xfrm>
            <a:off x="4265564" y="134806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3FB9F72-1C80-664D-C93E-2076EB57839D}"/>
              </a:ext>
            </a:extLst>
          </p:cNvPr>
          <p:cNvSpPr/>
          <p:nvPr/>
        </p:nvSpPr>
        <p:spPr>
          <a:xfrm>
            <a:off x="4257345" y="1493310"/>
            <a:ext cx="802925" cy="523621"/>
          </a:xfrm>
          <a:prstGeom prst="rect">
            <a:avLst/>
          </a:prstGeom>
          <a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804" t="-32503" r="-3804" b="-3250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95808CE-A9DB-E29F-DB0C-A7F747D40BD3}"/>
              </a:ext>
            </a:extLst>
          </p:cNvPr>
          <p:cNvSpPr/>
          <p:nvPr/>
        </p:nvSpPr>
        <p:spPr>
          <a:xfrm>
            <a:off x="4177624" y="203954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F6BEA300-1349-5571-0332-0761DE0C1F18}"/>
              </a:ext>
            </a:extLst>
          </p:cNvPr>
          <p:cNvSpPr/>
          <p:nvPr/>
        </p:nvSpPr>
        <p:spPr>
          <a:xfrm>
            <a:off x="5318477" y="1239995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BB958907-3DBD-95F5-5F99-19E189CC3E0A}"/>
              </a:ext>
            </a:extLst>
          </p:cNvPr>
          <p:cNvSpPr/>
          <p:nvPr/>
        </p:nvSpPr>
        <p:spPr>
          <a:xfrm>
            <a:off x="5423715" y="2412058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618E97AE-1DA4-3BCF-7426-42865D60DF03}"/>
              </a:ext>
            </a:extLst>
          </p:cNvPr>
          <p:cNvSpPr/>
          <p:nvPr/>
        </p:nvSpPr>
        <p:spPr>
          <a:xfrm>
            <a:off x="6057936" y="2408034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47E19F62-FB42-D303-5178-B5C41CAABABA}"/>
              </a:ext>
            </a:extLst>
          </p:cNvPr>
          <p:cNvSpPr/>
          <p:nvPr/>
        </p:nvSpPr>
        <p:spPr>
          <a:xfrm>
            <a:off x="5347516" y="2236645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9FDB64B7-3DBB-C94E-484A-DBD959487628}"/>
              </a:ext>
            </a:extLst>
          </p:cNvPr>
          <p:cNvSpPr/>
          <p:nvPr/>
        </p:nvSpPr>
        <p:spPr>
          <a:xfrm>
            <a:off x="5433296" y="1339173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90CA660-DF8C-13F6-138A-62E0EF46B0CD}"/>
              </a:ext>
            </a:extLst>
          </p:cNvPr>
          <p:cNvSpPr/>
          <p:nvPr/>
        </p:nvSpPr>
        <p:spPr>
          <a:xfrm>
            <a:off x="5425077" y="1484423"/>
            <a:ext cx="802925" cy="523621"/>
          </a:xfrm>
          <a:prstGeom prst="rect">
            <a:avLst/>
          </a:prstGeom>
          <a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8287" t="-39378" r="-8287" b="-39378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BD0E2AFC-F079-A40D-4A50-0D8DFEE475FC}"/>
              </a:ext>
            </a:extLst>
          </p:cNvPr>
          <p:cNvSpPr/>
          <p:nvPr/>
        </p:nvSpPr>
        <p:spPr>
          <a:xfrm>
            <a:off x="5345356" y="2030659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20035A0B-5534-1A1C-79D9-5CBB0A719458}"/>
              </a:ext>
            </a:extLst>
          </p:cNvPr>
          <p:cNvSpPr/>
          <p:nvPr/>
        </p:nvSpPr>
        <p:spPr>
          <a:xfrm>
            <a:off x="1801241" y="1238096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5330521B-0070-0400-4C18-CBD6ACEE7B07}"/>
              </a:ext>
            </a:extLst>
          </p:cNvPr>
          <p:cNvSpPr/>
          <p:nvPr/>
        </p:nvSpPr>
        <p:spPr>
          <a:xfrm>
            <a:off x="1906479" y="2410159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470B93DF-7A47-383F-EE11-294131BB8899}"/>
              </a:ext>
            </a:extLst>
          </p:cNvPr>
          <p:cNvSpPr/>
          <p:nvPr/>
        </p:nvSpPr>
        <p:spPr>
          <a:xfrm>
            <a:off x="2540700" y="2406135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6502A15-8EE4-255A-5956-AE9E8E5B64F4}"/>
              </a:ext>
            </a:extLst>
          </p:cNvPr>
          <p:cNvSpPr/>
          <p:nvPr/>
        </p:nvSpPr>
        <p:spPr>
          <a:xfrm>
            <a:off x="1830280" y="2234746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09EDF2BC-37CB-0063-72B0-FF0DE7413F02}"/>
              </a:ext>
            </a:extLst>
          </p:cNvPr>
          <p:cNvSpPr/>
          <p:nvPr/>
        </p:nvSpPr>
        <p:spPr>
          <a:xfrm>
            <a:off x="1916060" y="1337274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A90019A-5C32-48D7-58D5-0E4294FF0346}"/>
              </a:ext>
            </a:extLst>
          </p:cNvPr>
          <p:cNvSpPr/>
          <p:nvPr/>
        </p:nvSpPr>
        <p:spPr>
          <a:xfrm>
            <a:off x="1916060" y="1482648"/>
            <a:ext cx="802925" cy="523621"/>
          </a:xfrm>
          <a:prstGeom prst="rect">
            <a:avLst/>
          </a:prstGeom>
          <a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804" t="-32503" r="-3804" b="-3250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79ED9A32-7A8C-9B03-FF8B-A912B0FE982A}"/>
              </a:ext>
            </a:extLst>
          </p:cNvPr>
          <p:cNvSpPr/>
          <p:nvPr/>
        </p:nvSpPr>
        <p:spPr>
          <a:xfrm>
            <a:off x="1828120" y="2028760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F0AE2222-0D3D-03A5-DE4B-4243E9AA471E}"/>
              </a:ext>
            </a:extLst>
          </p:cNvPr>
          <p:cNvSpPr/>
          <p:nvPr/>
        </p:nvSpPr>
        <p:spPr>
          <a:xfrm>
            <a:off x="615719" y="123822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23FEB329-BA8A-52C0-5844-683C12D99818}"/>
              </a:ext>
            </a:extLst>
          </p:cNvPr>
          <p:cNvSpPr/>
          <p:nvPr/>
        </p:nvSpPr>
        <p:spPr>
          <a:xfrm>
            <a:off x="720957" y="241028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C4100731-2BED-23E6-8CFF-6F39D3C7A2DE}"/>
              </a:ext>
            </a:extLst>
          </p:cNvPr>
          <p:cNvSpPr/>
          <p:nvPr/>
        </p:nvSpPr>
        <p:spPr>
          <a:xfrm>
            <a:off x="1355178" y="240625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EFEA1D2-6632-57CE-24BE-A3637BA0B1E1}"/>
              </a:ext>
            </a:extLst>
          </p:cNvPr>
          <p:cNvSpPr/>
          <p:nvPr/>
        </p:nvSpPr>
        <p:spPr>
          <a:xfrm>
            <a:off x="644758" y="223487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D63922A1-7DA2-FD52-E44C-A02BF07C58AA}"/>
              </a:ext>
            </a:extLst>
          </p:cNvPr>
          <p:cNvSpPr/>
          <p:nvPr/>
        </p:nvSpPr>
        <p:spPr>
          <a:xfrm>
            <a:off x="730538" y="133739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6D3B9250-2647-55CE-0C08-D6499AA8EF1F}"/>
              </a:ext>
            </a:extLst>
          </p:cNvPr>
          <p:cNvSpPr/>
          <p:nvPr/>
        </p:nvSpPr>
        <p:spPr>
          <a:xfrm>
            <a:off x="722319" y="1482648"/>
            <a:ext cx="802925" cy="523621"/>
          </a:xfrm>
          <a:prstGeom prst="rect">
            <a:avLst/>
          </a:prstGeom>
          <a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804" t="-32503" r="-3804" b="-3250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40044481-E8CE-6197-5E36-4DB5F9482A7E}"/>
              </a:ext>
            </a:extLst>
          </p:cNvPr>
          <p:cNvSpPr/>
          <p:nvPr/>
        </p:nvSpPr>
        <p:spPr>
          <a:xfrm>
            <a:off x="642598" y="202888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4C8E521-BB91-5A76-0B53-B343190A6273}"/>
              </a:ext>
            </a:extLst>
          </p:cNvPr>
          <p:cNvSpPr/>
          <p:nvPr/>
        </p:nvSpPr>
        <p:spPr>
          <a:xfrm>
            <a:off x="2974058" y="299217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55F643D-454F-A0A0-B50A-6C52A47C0EC0}"/>
              </a:ext>
            </a:extLst>
          </p:cNvPr>
          <p:cNvSpPr/>
          <p:nvPr/>
        </p:nvSpPr>
        <p:spPr>
          <a:xfrm>
            <a:off x="3079296" y="416423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46977B6-C3F8-FB53-5C56-06FE4DBAFB9B}"/>
              </a:ext>
            </a:extLst>
          </p:cNvPr>
          <p:cNvSpPr/>
          <p:nvPr/>
        </p:nvSpPr>
        <p:spPr>
          <a:xfrm>
            <a:off x="3713517" y="416020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7E91AAD-FEF2-0547-7CB4-A223010833A4}"/>
              </a:ext>
            </a:extLst>
          </p:cNvPr>
          <p:cNvSpPr/>
          <p:nvPr/>
        </p:nvSpPr>
        <p:spPr>
          <a:xfrm>
            <a:off x="3003097" y="398882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57D798F0-40B4-3CE7-C1EA-9B64041887E8}"/>
              </a:ext>
            </a:extLst>
          </p:cNvPr>
          <p:cNvSpPr/>
          <p:nvPr/>
        </p:nvSpPr>
        <p:spPr>
          <a:xfrm>
            <a:off x="3088877" y="309134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7380F42-325A-363E-99C7-19DE9795E170}"/>
              </a:ext>
            </a:extLst>
          </p:cNvPr>
          <p:cNvSpPr/>
          <p:nvPr/>
        </p:nvSpPr>
        <p:spPr>
          <a:xfrm>
            <a:off x="3080658" y="3236598"/>
            <a:ext cx="802925" cy="523621"/>
          </a:xfrm>
          <a:prstGeom prst="rect">
            <a:avLst/>
          </a:prstGeom>
          <a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804" t="-32503" r="-3804" b="-3250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A3F2E71-7E1B-F5C0-4840-DA8973177293}"/>
              </a:ext>
            </a:extLst>
          </p:cNvPr>
          <p:cNvSpPr/>
          <p:nvPr/>
        </p:nvSpPr>
        <p:spPr>
          <a:xfrm>
            <a:off x="3000937" y="378283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B76FBDEF-31F1-A72B-0BA2-02DBF3E65675}"/>
              </a:ext>
            </a:extLst>
          </p:cNvPr>
          <p:cNvSpPr/>
          <p:nvPr/>
        </p:nvSpPr>
        <p:spPr>
          <a:xfrm>
            <a:off x="4150745" y="299046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A80CCFD9-730D-0E5A-1187-1064E743C61A}"/>
              </a:ext>
            </a:extLst>
          </p:cNvPr>
          <p:cNvSpPr/>
          <p:nvPr/>
        </p:nvSpPr>
        <p:spPr>
          <a:xfrm>
            <a:off x="4255983" y="416252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D0F6E18-35F9-CD7B-674E-05A5F0CD7F6D}"/>
              </a:ext>
            </a:extLst>
          </p:cNvPr>
          <p:cNvSpPr/>
          <p:nvPr/>
        </p:nvSpPr>
        <p:spPr>
          <a:xfrm>
            <a:off x="4890204" y="415849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4450519-BD90-70B7-29C1-7DE45DD3D16F}"/>
              </a:ext>
            </a:extLst>
          </p:cNvPr>
          <p:cNvSpPr/>
          <p:nvPr/>
        </p:nvSpPr>
        <p:spPr>
          <a:xfrm>
            <a:off x="4179784" y="398711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9903AC92-882C-C123-43A7-69A16BC5D9D5}"/>
              </a:ext>
            </a:extLst>
          </p:cNvPr>
          <p:cNvSpPr/>
          <p:nvPr/>
        </p:nvSpPr>
        <p:spPr>
          <a:xfrm>
            <a:off x="4265564" y="308963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BB65FFD-31E8-1AEB-4D87-40FEF364C556}"/>
              </a:ext>
            </a:extLst>
          </p:cNvPr>
          <p:cNvSpPr/>
          <p:nvPr/>
        </p:nvSpPr>
        <p:spPr>
          <a:xfrm>
            <a:off x="4257345" y="3234888"/>
            <a:ext cx="802925" cy="523621"/>
          </a:xfrm>
          <a:prstGeom prst="rect">
            <a:avLst/>
          </a:prstGeom>
          <a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804" t="-32503" r="-3804" b="-3250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8A155B1-78C9-2E7C-9BA4-A3BA22FEB5A2}"/>
              </a:ext>
            </a:extLst>
          </p:cNvPr>
          <p:cNvSpPr/>
          <p:nvPr/>
        </p:nvSpPr>
        <p:spPr>
          <a:xfrm>
            <a:off x="4177624" y="378112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5C54B18B-F7D0-CD1D-B11B-1F3B6B44D8B9}"/>
              </a:ext>
            </a:extLst>
          </p:cNvPr>
          <p:cNvSpPr/>
          <p:nvPr/>
        </p:nvSpPr>
        <p:spPr>
          <a:xfrm>
            <a:off x="5318477" y="298157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314B55CC-C6DC-8D06-83A7-DCA6539924CD}"/>
              </a:ext>
            </a:extLst>
          </p:cNvPr>
          <p:cNvSpPr/>
          <p:nvPr/>
        </p:nvSpPr>
        <p:spPr>
          <a:xfrm>
            <a:off x="5423715" y="415363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17CC4B7E-282D-42BE-A51D-641F3656FABB}"/>
              </a:ext>
            </a:extLst>
          </p:cNvPr>
          <p:cNvSpPr/>
          <p:nvPr/>
        </p:nvSpPr>
        <p:spPr>
          <a:xfrm>
            <a:off x="6057936" y="414961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B8F4DDA-8660-7DE6-EA05-690B0A3534C0}"/>
              </a:ext>
            </a:extLst>
          </p:cNvPr>
          <p:cNvSpPr/>
          <p:nvPr/>
        </p:nvSpPr>
        <p:spPr>
          <a:xfrm>
            <a:off x="5347516" y="397822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16D6C09F-E669-D57F-B2E9-4969A24A289C}"/>
              </a:ext>
            </a:extLst>
          </p:cNvPr>
          <p:cNvSpPr/>
          <p:nvPr/>
        </p:nvSpPr>
        <p:spPr>
          <a:xfrm>
            <a:off x="5433296" y="308075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C5D7A3CD-182B-1A13-DFF1-DE02A11AFE41}"/>
              </a:ext>
            </a:extLst>
          </p:cNvPr>
          <p:cNvSpPr/>
          <p:nvPr/>
        </p:nvSpPr>
        <p:spPr>
          <a:xfrm>
            <a:off x="5425077" y="3226001"/>
            <a:ext cx="802925" cy="523621"/>
          </a:xfrm>
          <a:prstGeom prst="rect">
            <a:avLst/>
          </a:prstGeom>
          <a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804" t="-32503" r="-3804" b="-3250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CEEFE88B-6A3A-BEBA-F4B5-4885DCD2C2C5}"/>
              </a:ext>
            </a:extLst>
          </p:cNvPr>
          <p:cNvSpPr/>
          <p:nvPr/>
        </p:nvSpPr>
        <p:spPr>
          <a:xfrm>
            <a:off x="5345356" y="377223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A8311FC0-FCA6-C411-63E7-7864BF5C2D07}"/>
              </a:ext>
            </a:extLst>
          </p:cNvPr>
          <p:cNvSpPr/>
          <p:nvPr/>
        </p:nvSpPr>
        <p:spPr>
          <a:xfrm>
            <a:off x="1801241" y="2979674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7CEC79D8-7693-78CD-1E20-BE0A17701B37}"/>
              </a:ext>
            </a:extLst>
          </p:cNvPr>
          <p:cNvSpPr/>
          <p:nvPr/>
        </p:nvSpPr>
        <p:spPr>
          <a:xfrm>
            <a:off x="1906479" y="4151737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08612FAF-0F0B-FD69-C602-55618E06EDB4}"/>
              </a:ext>
            </a:extLst>
          </p:cNvPr>
          <p:cNvSpPr/>
          <p:nvPr/>
        </p:nvSpPr>
        <p:spPr>
          <a:xfrm>
            <a:off x="2540700" y="4147713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F60A8EF2-C8B5-EC8E-F3E5-F36BAEDE3A27}"/>
              </a:ext>
            </a:extLst>
          </p:cNvPr>
          <p:cNvSpPr/>
          <p:nvPr/>
        </p:nvSpPr>
        <p:spPr>
          <a:xfrm>
            <a:off x="1830280" y="3976324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289DB851-F41E-15F3-FDCB-5C06D6C68E36}"/>
              </a:ext>
            </a:extLst>
          </p:cNvPr>
          <p:cNvSpPr/>
          <p:nvPr/>
        </p:nvSpPr>
        <p:spPr>
          <a:xfrm>
            <a:off x="1916060" y="3078852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D5C9541-D7BD-0263-E029-0A453354A563}"/>
              </a:ext>
            </a:extLst>
          </p:cNvPr>
          <p:cNvSpPr/>
          <p:nvPr/>
        </p:nvSpPr>
        <p:spPr>
          <a:xfrm>
            <a:off x="1907841" y="3224102"/>
            <a:ext cx="802925" cy="523621"/>
          </a:xfrm>
          <a:prstGeom prst="rect">
            <a:avLst/>
          </a:prstGeom>
          <a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804" t="-32503" r="-3804" b="-3250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9AC2EFD6-CB2D-67B1-A056-331A79B5E84A}"/>
              </a:ext>
            </a:extLst>
          </p:cNvPr>
          <p:cNvSpPr/>
          <p:nvPr/>
        </p:nvSpPr>
        <p:spPr>
          <a:xfrm>
            <a:off x="1828120" y="3770338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2DD06064-3802-17ED-535D-C9E9B3C007DF}"/>
              </a:ext>
            </a:extLst>
          </p:cNvPr>
          <p:cNvSpPr/>
          <p:nvPr/>
        </p:nvSpPr>
        <p:spPr>
          <a:xfrm>
            <a:off x="615719" y="2979798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1574D6A1-A50A-9085-B76A-038CFE3AB709}"/>
              </a:ext>
            </a:extLst>
          </p:cNvPr>
          <p:cNvSpPr/>
          <p:nvPr/>
        </p:nvSpPr>
        <p:spPr>
          <a:xfrm>
            <a:off x="720957" y="4151861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B94CCE19-20DC-1470-726D-6E4C0E8CEFD3}"/>
              </a:ext>
            </a:extLst>
          </p:cNvPr>
          <p:cNvSpPr/>
          <p:nvPr/>
        </p:nvSpPr>
        <p:spPr>
          <a:xfrm>
            <a:off x="1355178" y="4147837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27E9080-99BF-5BD9-4A4B-CD77BE9C2F3E}"/>
              </a:ext>
            </a:extLst>
          </p:cNvPr>
          <p:cNvSpPr/>
          <p:nvPr/>
        </p:nvSpPr>
        <p:spPr>
          <a:xfrm>
            <a:off x="644758" y="3976448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B728B26D-D44A-41ED-4EC6-6FBBDF3C9EB9}"/>
              </a:ext>
            </a:extLst>
          </p:cNvPr>
          <p:cNvSpPr/>
          <p:nvPr/>
        </p:nvSpPr>
        <p:spPr>
          <a:xfrm>
            <a:off x="730538" y="3078976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7E002E00-EAEA-506E-A104-FFCB9EEEF9AD}"/>
              </a:ext>
            </a:extLst>
          </p:cNvPr>
          <p:cNvSpPr/>
          <p:nvPr/>
        </p:nvSpPr>
        <p:spPr>
          <a:xfrm>
            <a:off x="722319" y="3224226"/>
            <a:ext cx="802925" cy="523621"/>
          </a:xfrm>
          <a:prstGeom prst="rect">
            <a:avLst/>
          </a:prstGeom>
          <a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5164" t="-18752" r="5164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A9B06599-3735-7FC4-97BA-3EF8421BCC7F}"/>
              </a:ext>
            </a:extLst>
          </p:cNvPr>
          <p:cNvSpPr/>
          <p:nvPr/>
        </p:nvSpPr>
        <p:spPr>
          <a:xfrm>
            <a:off x="642598" y="3770462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9186DFA5-27F8-A154-D49A-D3D9C994320C}"/>
              </a:ext>
            </a:extLst>
          </p:cNvPr>
          <p:cNvSpPr/>
          <p:nvPr/>
        </p:nvSpPr>
        <p:spPr>
          <a:xfrm>
            <a:off x="2974058" y="476759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5AABF51D-314D-05C0-E7BF-9A4A3F77EA49}"/>
              </a:ext>
            </a:extLst>
          </p:cNvPr>
          <p:cNvSpPr/>
          <p:nvPr/>
        </p:nvSpPr>
        <p:spPr>
          <a:xfrm>
            <a:off x="3079296" y="593965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02ADC851-757B-9338-2472-530AFCBDBFC4}"/>
              </a:ext>
            </a:extLst>
          </p:cNvPr>
          <p:cNvSpPr/>
          <p:nvPr/>
        </p:nvSpPr>
        <p:spPr>
          <a:xfrm>
            <a:off x="3713517" y="593563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8C4C33EE-DC43-3F82-B409-4DDF4F4D3E0E}"/>
              </a:ext>
            </a:extLst>
          </p:cNvPr>
          <p:cNvSpPr/>
          <p:nvPr/>
        </p:nvSpPr>
        <p:spPr>
          <a:xfrm>
            <a:off x="3003097" y="576424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8ECA49BE-D982-705C-4C17-634A44A7B9FA}"/>
              </a:ext>
            </a:extLst>
          </p:cNvPr>
          <p:cNvSpPr/>
          <p:nvPr/>
        </p:nvSpPr>
        <p:spPr>
          <a:xfrm>
            <a:off x="3088877" y="486677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53508A9B-F86C-2BF7-8ECF-17A804410F13}"/>
              </a:ext>
            </a:extLst>
          </p:cNvPr>
          <p:cNvSpPr/>
          <p:nvPr/>
        </p:nvSpPr>
        <p:spPr>
          <a:xfrm>
            <a:off x="3080658" y="5012021"/>
            <a:ext cx="802925" cy="523621"/>
          </a:xfrm>
          <a:prstGeom prst="rect">
            <a:avLst/>
          </a:prstGeom>
          <a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804" t="-32503" r="-3804" b="-3250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67ED1F1-22F9-C0FB-68EC-6E6169396232}"/>
              </a:ext>
            </a:extLst>
          </p:cNvPr>
          <p:cNvSpPr/>
          <p:nvPr/>
        </p:nvSpPr>
        <p:spPr>
          <a:xfrm>
            <a:off x="3000937" y="555825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B5C83D00-18EF-4FF7-D7CF-C0094D8F62C9}"/>
              </a:ext>
            </a:extLst>
          </p:cNvPr>
          <p:cNvSpPr/>
          <p:nvPr/>
        </p:nvSpPr>
        <p:spPr>
          <a:xfrm>
            <a:off x="4150745" y="476588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B57C2152-FDCD-1502-51B7-168B08AD5B1C}"/>
              </a:ext>
            </a:extLst>
          </p:cNvPr>
          <p:cNvSpPr/>
          <p:nvPr/>
        </p:nvSpPr>
        <p:spPr>
          <a:xfrm>
            <a:off x="4255983" y="593794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54D2FA2A-ECAD-BBAB-EB3A-3ED758F6D0F6}"/>
              </a:ext>
            </a:extLst>
          </p:cNvPr>
          <p:cNvSpPr/>
          <p:nvPr/>
        </p:nvSpPr>
        <p:spPr>
          <a:xfrm>
            <a:off x="4890204" y="593392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DC033C9-B249-5B6B-74DC-03795E51DD73}"/>
              </a:ext>
            </a:extLst>
          </p:cNvPr>
          <p:cNvSpPr/>
          <p:nvPr/>
        </p:nvSpPr>
        <p:spPr>
          <a:xfrm>
            <a:off x="4179784" y="576253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E7318AF0-FD85-9579-C519-B807D430F5B8}"/>
              </a:ext>
            </a:extLst>
          </p:cNvPr>
          <p:cNvSpPr/>
          <p:nvPr/>
        </p:nvSpPr>
        <p:spPr>
          <a:xfrm>
            <a:off x="4265564" y="486506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597140E4-CC5F-E695-0B4B-6A2D1035DC15}"/>
              </a:ext>
            </a:extLst>
          </p:cNvPr>
          <p:cNvSpPr/>
          <p:nvPr/>
        </p:nvSpPr>
        <p:spPr>
          <a:xfrm>
            <a:off x="4257345" y="5010311"/>
            <a:ext cx="802925" cy="523621"/>
          </a:xfrm>
          <a:prstGeom prst="rect">
            <a:avLst/>
          </a:prstGeom>
          <a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681" t="-25627" r="681" b="-2562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631BFC25-895B-36C4-CD17-8A856D47993C}"/>
              </a:ext>
            </a:extLst>
          </p:cNvPr>
          <p:cNvSpPr/>
          <p:nvPr/>
        </p:nvSpPr>
        <p:spPr>
          <a:xfrm>
            <a:off x="4177624" y="555654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14978538-F5C0-0BF8-ADF2-0FBAF98E4138}"/>
              </a:ext>
            </a:extLst>
          </p:cNvPr>
          <p:cNvSpPr/>
          <p:nvPr/>
        </p:nvSpPr>
        <p:spPr>
          <a:xfrm>
            <a:off x="5318477" y="4756996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D5AD0F9E-E710-616D-B314-409F23FE1E7D}"/>
              </a:ext>
            </a:extLst>
          </p:cNvPr>
          <p:cNvSpPr/>
          <p:nvPr/>
        </p:nvSpPr>
        <p:spPr>
          <a:xfrm>
            <a:off x="5423715" y="5929059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631346F2-DC0E-C498-4373-794AB0358046}"/>
              </a:ext>
            </a:extLst>
          </p:cNvPr>
          <p:cNvSpPr/>
          <p:nvPr/>
        </p:nvSpPr>
        <p:spPr>
          <a:xfrm>
            <a:off x="6057936" y="5925035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E0960707-48D8-DC29-4F90-3E2B5240BDE7}"/>
              </a:ext>
            </a:extLst>
          </p:cNvPr>
          <p:cNvSpPr/>
          <p:nvPr/>
        </p:nvSpPr>
        <p:spPr>
          <a:xfrm>
            <a:off x="5347516" y="5753646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4499D883-B0B0-7B71-C003-B608AC44EFA2}"/>
              </a:ext>
            </a:extLst>
          </p:cNvPr>
          <p:cNvSpPr/>
          <p:nvPr/>
        </p:nvSpPr>
        <p:spPr>
          <a:xfrm>
            <a:off x="5433296" y="4856174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63106831-FE21-3159-E1C3-9D787E127DE9}"/>
              </a:ext>
            </a:extLst>
          </p:cNvPr>
          <p:cNvSpPr/>
          <p:nvPr/>
        </p:nvSpPr>
        <p:spPr>
          <a:xfrm>
            <a:off x="5425077" y="5001424"/>
            <a:ext cx="802925" cy="523621"/>
          </a:xfrm>
          <a:prstGeom prst="rect">
            <a:avLst/>
          </a:prstGeom>
          <a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0529" t="-49691" r="-10529" b="-4969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B1B8009C-98E4-62A2-2463-DAA9F5A4E6F8}"/>
              </a:ext>
            </a:extLst>
          </p:cNvPr>
          <p:cNvSpPr/>
          <p:nvPr/>
        </p:nvSpPr>
        <p:spPr>
          <a:xfrm>
            <a:off x="5345356" y="5547660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FB396279-8C16-1610-0FC6-D337D095EA68}"/>
              </a:ext>
            </a:extLst>
          </p:cNvPr>
          <p:cNvSpPr/>
          <p:nvPr/>
        </p:nvSpPr>
        <p:spPr>
          <a:xfrm>
            <a:off x="1801241" y="4755097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9630039F-3B87-F1BA-FC65-C1DA754D2A30}"/>
              </a:ext>
            </a:extLst>
          </p:cNvPr>
          <p:cNvSpPr/>
          <p:nvPr/>
        </p:nvSpPr>
        <p:spPr>
          <a:xfrm>
            <a:off x="1906479" y="5927160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B6C39F36-7F49-56B3-BD88-8C64E1D5BE14}"/>
              </a:ext>
            </a:extLst>
          </p:cNvPr>
          <p:cNvSpPr/>
          <p:nvPr/>
        </p:nvSpPr>
        <p:spPr>
          <a:xfrm>
            <a:off x="2540700" y="5923136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C6946829-1CE5-AF35-0D09-770071562299}"/>
              </a:ext>
            </a:extLst>
          </p:cNvPr>
          <p:cNvSpPr/>
          <p:nvPr/>
        </p:nvSpPr>
        <p:spPr>
          <a:xfrm>
            <a:off x="1830280" y="5751747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EFC16595-A887-B52C-7D1E-FCEF1B116568}"/>
              </a:ext>
            </a:extLst>
          </p:cNvPr>
          <p:cNvSpPr/>
          <p:nvPr/>
        </p:nvSpPr>
        <p:spPr>
          <a:xfrm>
            <a:off x="1916060" y="4854275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E3E9344E-370A-1C2B-E829-97C82659EA69}"/>
              </a:ext>
            </a:extLst>
          </p:cNvPr>
          <p:cNvSpPr/>
          <p:nvPr/>
        </p:nvSpPr>
        <p:spPr>
          <a:xfrm>
            <a:off x="1907841" y="4999525"/>
            <a:ext cx="802925" cy="523621"/>
          </a:xfrm>
          <a:prstGeom prst="rect">
            <a:avLst/>
          </a:prstGeom>
          <a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804" t="-32503" r="-3804" b="-3250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A5D2633B-5FDD-BCD6-3789-3AA006A8BB69}"/>
              </a:ext>
            </a:extLst>
          </p:cNvPr>
          <p:cNvSpPr/>
          <p:nvPr/>
        </p:nvSpPr>
        <p:spPr>
          <a:xfrm>
            <a:off x="1828120" y="5545761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8DEDE589-63EE-06AB-875B-32409C5BA647}"/>
              </a:ext>
            </a:extLst>
          </p:cNvPr>
          <p:cNvSpPr/>
          <p:nvPr/>
        </p:nvSpPr>
        <p:spPr>
          <a:xfrm>
            <a:off x="615719" y="4755221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806A173A-6841-CD10-DEF4-D93DE5E70F00}"/>
              </a:ext>
            </a:extLst>
          </p:cNvPr>
          <p:cNvSpPr/>
          <p:nvPr/>
        </p:nvSpPr>
        <p:spPr>
          <a:xfrm>
            <a:off x="720957" y="5927284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D98D29CB-B9BC-96A3-58F2-48E119D3D6F6}"/>
              </a:ext>
            </a:extLst>
          </p:cNvPr>
          <p:cNvSpPr/>
          <p:nvPr/>
        </p:nvSpPr>
        <p:spPr>
          <a:xfrm>
            <a:off x="1355178" y="5923260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C80EEE0D-41EA-1418-617A-0FF042085CEB}"/>
              </a:ext>
            </a:extLst>
          </p:cNvPr>
          <p:cNvSpPr/>
          <p:nvPr/>
        </p:nvSpPr>
        <p:spPr>
          <a:xfrm>
            <a:off x="644758" y="5751871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14BF227F-EDDC-1B83-E339-6CCEC3C1A2F7}"/>
              </a:ext>
            </a:extLst>
          </p:cNvPr>
          <p:cNvSpPr/>
          <p:nvPr/>
        </p:nvSpPr>
        <p:spPr>
          <a:xfrm>
            <a:off x="730538" y="4854399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E4BAF5F-73E0-C645-8169-CD3F097B60DA}"/>
              </a:ext>
            </a:extLst>
          </p:cNvPr>
          <p:cNvSpPr/>
          <p:nvPr/>
        </p:nvSpPr>
        <p:spPr>
          <a:xfrm>
            <a:off x="722319" y="4999649"/>
            <a:ext cx="802925" cy="523621"/>
          </a:xfrm>
          <a:prstGeom prst="rect">
            <a:avLst/>
          </a:prstGeom>
          <a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8287" t="-32503" r="-8287" b="-3250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4A10EE40-17E3-A9F6-1F46-1D118E4E8E74}"/>
              </a:ext>
            </a:extLst>
          </p:cNvPr>
          <p:cNvSpPr/>
          <p:nvPr/>
        </p:nvSpPr>
        <p:spPr>
          <a:xfrm>
            <a:off x="642598" y="5545885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0D5A2D05-7738-96A8-DCD7-4D6E52EBE7D5}"/>
              </a:ext>
            </a:extLst>
          </p:cNvPr>
          <p:cNvSpPr/>
          <p:nvPr/>
        </p:nvSpPr>
        <p:spPr>
          <a:xfrm>
            <a:off x="2974058" y="6573735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59B2FC9D-A8AD-60A7-2E2C-5828307FB5C2}"/>
              </a:ext>
            </a:extLst>
          </p:cNvPr>
          <p:cNvSpPr/>
          <p:nvPr/>
        </p:nvSpPr>
        <p:spPr>
          <a:xfrm>
            <a:off x="3079296" y="7745798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BEF4C177-5A5D-16F5-2737-F926D80F7285}"/>
              </a:ext>
            </a:extLst>
          </p:cNvPr>
          <p:cNvSpPr/>
          <p:nvPr/>
        </p:nvSpPr>
        <p:spPr>
          <a:xfrm>
            <a:off x="3713517" y="7741774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BB8F2D01-2A5E-A59A-1EC7-0CD246A4BA2B}"/>
              </a:ext>
            </a:extLst>
          </p:cNvPr>
          <p:cNvSpPr/>
          <p:nvPr/>
        </p:nvSpPr>
        <p:spPr>
          <a:xfrm>
            <a:off x="3003097" y="7570385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84E23C52-FAC5-B5E1-E5E6-68B4F02D76DA}"/>
              </a:ext>
            </a:extLst>
          </p:cNvPr>
          <p:cNvSpPr/>
          <p:nvPr/>
        </p:nvSpPr>
        <p:spPr>
          <a:xfrm>
            <a:off x="3088877" y="6672913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A3BB6A1E-6B1B-AD18-B75D-98DE557B3E24}"/>
              </a:ext>
            </a:extLst>
          </p:cNvPr>
          <p:cNvSpPr/>
          <p:nvPr/>
        </p:nvSpPr>
        <p:spPr>
          <a:xfrm>
            <a:off x="3080658" y="6818163"/>
            <a:ext cx="802925" cy="523621"/>
          </a:xfrm>
          <a:prstGeom prst="rect">
            <a:avLst/>
          </a:prstGeom>
          <a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6045" t="-35940" r="-6045" b="-3594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19BB531-5D21-CD56-762E-CF97234D9A89}"/>
              </a:ext>
            </a:extLst>
          </p:cNvPr>
          <p:cNvSpPr/>
          <p:nvPr/>
        </p:nvSpPr>
        <p:spPr>
          <a:xfrm>
            <a:off x="3000937" y="7364399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96" name="Rectangle: Rounded Corners 195">
            <a:extLst>
              <a:ext uri="{FF2B5EF4-FFF2-40B4-BE49-F238E27FC236}">
                <a16:creationId xmlns:a16="http://schemas.microsoft.com/office/drawing/2014/main" id="{9A6B251D-E61F-FDE4-A01C-F2172557261C}"/>
              </a:ext>
            </a:extLst>
          </p:cNvPr>
          <p:cNvSpPr/>
          <p:nvPr/>
        </p:nvSpPr>
        <p:spPr>
          <a:xfrm>
            <a:off x="4150745" y="6572025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0B4B2690-03CE-899E-4644-5BCBAFE36290}"/>
              </a:ext>
            </a:extLst>
          </p:cNvPr>
          <p:cNvSpPr/>
          <p:nvPr/>
        </p:nvSpPr>
        <p:spPr>
          <a:xfrm>
            <a:off x="4255983" y="7744088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98" name="Rectangle: Rounded Corners 197">
            <a:extLst>
              <a:ext uri="{FF2B5EF4-FFF2-40B4-BE49-F238E27FC236}">
                <a16:creationId xmlns:a16="http://schemas.microsoft.com/office/drawing/2014/main" id="{9CAF0DA4-D9B0-9E0A-9971-DADAB1FD9839}"/>
              </a:ext>
            </a:extLst>
          </p:cNvPr>
          <p:cNvSpPr/>
          <p:nvPr/>
        </p:nvSpPr>
        <p:spPr>
          <a:xfrm>
            <a:off x="4890204" y="7740064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37BCD351-A319-A5E2-A111-128C3B1842B6}"/>
              </a:ext>
            </a:extLst>
          </p:cNvPr>
          <p:cNvSpPr/>
          <p:nvPr/>
        </p:nvSpPr>
        <p:spPr>
          <a:xfrm>
            <a:off x="4179784" y="7568675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200" name="Rectangle: Rounded Corners 199">
            <a:extLst>
              <a:ext uri="{FF2B5EF4-FFF2-40B4-BE49-F238E27FC236}">
                <a16:creationId xmlns:a16="http://schemas.microsoft.com/office/drawing/2014/main" id="{21F51B1B-4EFD-6DD5-4DE8-D85B0656449D}"/>
              </a:ext>
            </a:extLst>
          </p:cNvPr>
          <p:cNvSpPr/>
          <p:nvPr/>
        </p:nvSpPr>
        <p:spPr>
          <a:xfrm>
            <a:off x="4265564" y="6671203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9010E5A0-029C-2C1C-646D-3C467AC56FD9}"/>
              </a:ext>
            </a:extLst>
          </p:cNvPr>
          <p:cNvSpPr/>
          <p:nvPr/>
        </p:nvSpPr>
        <p:spPr>
          <a:xfrm>
            <a:off x="4257345" y="6816453"/>
            <a:ext cx="802925" cy="523621"/>
          </a:xfrm>
          <a:prstGeom prst="rect">
            <a:avLst/>
          </a:prstGeom>
          <a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6045" t="-35940" r="-6045" b="-3594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74738152-251B-6EA8-8A96-29030EF1D92F}"/>
              </a:ext>
            </a:extLst>
          </p:cNvPr>
          <p:cNvSpPr/>
          <p:nvPr/>
        </p:nvSpPr>
        <p:spPr>
          <a:xfrm>
            <a:off x="4177624" y="7362689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203" name="Rectangle: Rounded Corners 202">
            <a:extLst>
              <a:ext uri="{FF2B5EF4-FFF2-40B4-BE49-F238E27FC236}">
                <a16:creationId xmlns:a16="http://schemas.microsoft.com/office/drawing/2014/main" id="{3F80D67F-45B2-D8AD-A84D-E82ABB45517E}"/>
              </a:ext>
            </a:extLst>
          </p:cNvPr>
          <p:cNvSpPr/>
          <p:nvPr/>
        </p:nvSpPr>
        <p:spPr>
          <a:xfrm>
            <a:off x="5318477" y="6563138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204" name="Rectangle: Rounded Corners 203">
            <a:extLst>
              <a:ext uri="{FF2B5EF4-FFF2-40B4-BE49-F238E27FC236}">
                <a16:creationId xmlns:a16="http://schemas.microsoft.com/office/drawing/2014/main" id="{01CC3CAB-1382-F65E-7743-2A3DA0266430}"/>
              </a:ext>
            </a:extLst>
          </p:cNvPr>
          <p:cNvSpPr/>
          <p:nvPr/>
        </p:nvSpPr>
        <p:spPr>
          <a:xfrm>
            <a:off x="5423715" y="7735201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DB381334-B1F0-1688-F410-18957922BC23}"/>
              </a:ext>
            </a:extLst>
          </p:cNvPr>
          <p:cNvSpPr/>
          <p:nvPr/>
        </p:nvSpPr>
        <p:spPr>
          <a:xfrm>
            <a:off x="6057936" y="7731177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1FF30676-94C0-06FF-8F62-5B81BD716411}"/>
              </a:ext>
            </a:extLst>
          </p:cNvPr>
          <p:cNvSpPr/>
          <p:nvPr/>
        </p:nvSpPr>
        <p:spPr>
          <a:xfrm>
            <a:off x="5347516" y="7559788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4FC8C816-5C59-2F55-0F5C-87035ACD39F5}"/>
              </a:ext>
            </a:extLst>
          </p:cNvPr>
          <p:cNvSpPr/>
          <p:nvPr/>
        </p:nvSpPr>
        <p:spPr>
          <a:xfrm>
            <a:off x="5433296" y="6662316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0436AB7E-6C25-8077-460B-5D81E00E3FE5}"/>
              </a:ext>
            </a:extLst>
          </p:cNvPr>
          <p:cNvSpPr/>
          <p:nvPr/>
        </p:nvSpPr>
        <p:spPr>
          <a:xfrm>
            <a:off x="5425077" y="6807566"/>
            <a:ext cx="802925" cy="523621"/>
          </a:xfrm>
          <a:prstGeom prst="rect">
            <a:avLst/>
          </a:prstGeom>
          <a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6045" t="-32503" r="-6045" b="-3250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AADD63E4-DD74-0975-76C2-8DCB662DC9B1}"/>
              </a:ext>
            </a:extLst>
          </p:cNvPr>
          <p:cNvSpPr/>
          <p:nvPr/>
        </p:nvSpPr>
        <p:spPr>
          <a:xfrm>
            <a:off x="5345356" y="7353802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83F78B84-8FE7-D6D3-1193-6E70F7051935}"/>
              </a:ext>
            </a:extLst>
          </p:cNvPr>
          <p:cNvSpPr/>
          <p:nvPr/>
        </p:nvSpPr>
        <p:spPr>
          <a:xfrm>
            <a:off x="1801241" y="6561239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211" name="Rectangle: Rounded Corners 210">
            <a:extLst>
              <a:ext uri="{FF2B5EF4-FFF2-40B4-BE49-F238E27FC236}">
                <a16:creationId xmlns:a16="http://schemas.microsoft.com/office/drawing/2014/main" id="{F3AFC6A1-5897-3686-CD39-24466A30D345}"/>
              </a:ext>
            </a:extLst>
          </p:cNvPr>
          <p:cNvSpPr/>
          <p:nvPr/>
        </p:nvSpPr>
        <p:spPr>
          <a:xfrm>
            <a:off x="1906479" y="7733302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212" name="Rectangle: Rounded Corners 211">
            <a:extLst>
              <a:ext uri="{FF2B5EF4-FFF2-40B4-BE49-F238E27FC236}">
                <a16:creationId xmlns:a16="http://schemas.microsoft.com/office/drawing/2014/main" id="{1B548861-1E96-202E-71C4-CBBE3AF44372}"/>
              </a:ext>
            </a:extLst>
          </p:cNvPr>
          <p:cNvSpPr/>
          <p:nvPr/>
        </p:nvSpPr>
        <p:spPr>
          <a:xfrm>
            <a:off x="2540700" y="7729278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4C3D7487-0091-3A12-A9DF-B066C78DBE7E}"/>
              </a:ext>
            </a:extLst>
          </p:cNvPr>
          <p:cNvSpPr/>
          <p:nvPr/>
        </p:nvSpPr>
        <p:spPr>
          <a:xfrm>
            <a:off x="1830280" y="7557889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F08F4E5F-D882-78B2-55CB-8C577C9F55D2}"/>
              </a:ext>
            </a:extLst>
          </p:cNvPr>
          <p:cNvSpPr/>
          <p:nvPr/>
        </p:nvSpPr>
        <p:spPr>
          <a:xfrm>
            <a:off x="1916060" y="6660417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1520B4F2-2133-4131-6533-712D643B0A78}"/>
              </a:ext>
            </a:extLst>
          </p:cNvPr>
          <p:cNvSpPr/>
          <p:nvPr/>
        </p:nvSpPr>
        <p:spPr>
          <a:xfrm>
            <a:off x="1907841" y="6805667"/>
            <a:ext cx="802925" cy="523621"/>
          </a:xfrm>
          <a:prstGeom prst="rect">
            <a:avLst/>
          </a:prstGeom>
          <a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804" t="-29065" r="-3804" b="-2906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C048E1F-FC2D-AB1D-499C-DD1007F83694}"/>
              </a:ext>
            </a:extLst>
          </p:cNvPr>
          <p:cNvSpPr/>
          <p:nvPr/>
        </p:nvSpPr>
        <p:spPr>
          <a:xfrm>
            <a:off x="1828120" y="7351903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2D978593-A48F-F00C-FC69-2EA6E8AF4CF4}"/>
              </a:ext>
            </a:extLst>
          </p:cNvPr>
          <p:cNvSpPr/>
          <p:nvPr/>
        </p:nvSpPr>
        <p:spPr>
          <a:xfrm>
            <a:off x="615719" y="656136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39BF3EA3-E445-526D-CFE5-5DD9BDC949AA}"/>
              </a:ext>
            </a:extLst>
          </p:cNvPr>
          <p:cNvSpPr/>
          <p:nvPr/>
        </p:nvSpPr>
        <p:spPr>
          <a:xfrm>
            <a:off x="720957" y="773342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219" name="Rectangle: Rounded Corners 218">
            <a:extLst>
              <a:ext uri="{FF2B5EF4-FFF2-40B4-BE49-F238E27FC236}">
                <a16:creationId xmlns:a16="http://schemas.microsoft.com/office/drawing/2014/main" id="{9FC67EFD-B97C-4996-07E4-141752C7AB55}"/>
              </a:ext>
            </a:extLst>
          </p:cNvPr>
          <p:cNvSpPr/>
          <p:nvPr/>
        </p:nvSpPr>
        <p:spPr>
          <a:xfrm>
            <a:off x="1355178" y="772940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BECD3B7C-FE6C-02F7-B96E-E054A66CFFB1}"/>
              </a:ext>
            </a:extLst>
          </p:cNvPr>
          <p:cNvSpPr/>
          <p:nvPr/>
        </p:nvSpPr>
        <p:spPr>
          <a:xfrm>
            <a:off x="644758" y="755801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221" name="Rectangle: Rounded Corners 220">
            <a:extLst>
              <a:ext uri="{FF2B5EF4-FFF2-40B4-BE49-F238E27FC236}">
                <a16:creationId xmlns:a16="http://schemas.microsoft.com/office/drawing/2014/main" id="{10556A44-0F32-4C8C-DBD9-4B28DA556678}"/>
              </a:ext>
            </a:extLst>
          </p:cNvPr>
          <p:cNvSpPr/>
          <p:nvPr/>
        </p:nvSpPr>
        <p:spPr>
          <a:xfrm>
            <a:off x="730538" y="666054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498F11DD-2DCF-0C63-CF9F-0E4A50372B7B}"/>
              </a:ext>
            </a:extLst>
          </p:cNvPr>
          <p:cNvSpPr/>
          <p:nvPr/>
        </p:nvSpPr>
        <p:spPr>
          <a:xfrm>
            <a:off x="722319" y="6805791"/>
            <a:ext cx="802925" cy="523621"/>
          </a:xfrm>
          <a:prstGeom prst="rect">
            <a:avLst/>
          </a:prstGeom>
          <a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6045" t="-35940" r="-6045" b="-3594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664360CC-406E-950C-1250-1F9BBE896562}"/>
              </a:ext>
            </a:extLst>
          </p:cNvPr>
          <p:cNvSpPr/>
          <p:nvPr/>
        </p:nvSpPr>
        <p:spPr>
          <a:xfrm>
            <a:off x="642598" y="735202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</p:spTree>
    <p:extLst>
      <p:ext uri="{BB962C8B-B14F-4D97-AF65-F5344CB8AC3E}">
        <p14:creationId xmlns:p14="http://schemas.microsoft.com/office/powerpoint/2010/main" val="2560864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20EB1-E616-AFE3-EE98-45328A2AA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B379430-5B36-73EE-AC17-3AA4A966FD5F}"/>
              </a:ext>
            </a:extLst>
          </p:cNvPr>
          <p:cNvSpPr/>
          <p:nvPr/>
        </p:nvSpPr>
        <p:spPr>
          <a:xfrm>
            <a:off x="-72571" y="-42873"/>
            <a:ext cx="7006771" cy="518844"/>
          </a:xfrm>
          <a:prstGeom prst="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EEB57929-E27A-51B5-0A01-AE2EC8629090}"/>
              </a:ext>
            </a:extLst>
          </p:cNvPr>
          <p:cNvSpPr/>
          <p:nvPr/>
        </p:nvSpPr>
        <p:spPr>
          <a:xfrm>
            <a:off x="1650206" y="110326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7B2515-F97A-9CB4-E1B7-6F9D6F077D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95" y="-203104"/>
            <a:ext cx="867300" cy="867300"/>
          </a:xfrm>
          <a:prstGeom prst="rect">
            <a:avLst/>
          </a:prstGeom>
        </p:spPr>
      </p:pic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DFA379FE-4563-3CBE-6A26-F4CC3270E61B}"/>
              </a:ext>
            </a:extLst>
          </p:cNvPr>
          <p:cNvSpPr/>
          <p:nvPr/>
        </p:nvSpPr>
        <p:spPr>
          <a:xfrm>
            <a:off x="4136231" y="110330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2A24F2-3CC5-F4FF-10CE-B102BE21617D}"/>
              </a:ext>
            </a:extLst>
          </p:cNvPr>
          <p:cNvSpPr/>
          <p:nvPr/>
        </p:nvSpPr>
        <p:spPr>
          <a:xfrm>
            <a:off x="1975247" y="110327"/>
            <a:ext cx="2407444" cy="2409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7A214A-A6BC-3984-8627-C5AC18713403}"/>
              </a:ext>
            </a:extLst>
          </p:cNvPr>
          <p:cNvSpPr txBox="1"/>
          <p:nvPr/>
        </p:nvSpPr>
        <p:spPr>
          <a:xfrm>
            <a:off x="1735931" y="123206"/>
            <a:ext cx="48577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>
                <a:solidFill>
                  <a:schemeClr val="bg1">
                    <a:lumMod val="50000"/>
                  </a:schemeClr>
                </a:solidFill>
              </a:rPr>
              <a:t>Search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582B56-AFAA-9F1B-526B-D7AB25D12E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789" y="178711"/>
            <a:ext cx="114300" cy="114300"/>
          </a:xfrm>
          <a:prstGeom prst="rect">
            <a:avLst/>
          </a:prstGeom>
        </p:spPr>
      </p:pic>
      <p:pic>
        <p:nvPicPr>
          <p:cNvPr id="13" name="Picture 12">
            <a:hlinkClick r:id="rId4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F94D2906-5320-DF11-B627-E4626DCC93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124" y="166580"/>
            <a:ext cx="175426" cy="1754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7D1D718-F292-64BA-672D-2C12953AD0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975" y="153571"/>
            <a:ext cx="191297" cy="188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515A336-96B9-6D88-B895-398151E705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593" y="147861"/>
            <a:ext cx="195732" cy="195732"/>
          </a:xfrm>
          <a:prstGeom prst="rect">
            <a:avLst/>
          </a:prstGeom>
        </p:spPr>
      </p:pic>
      <p:pic>
        <p:nvPicPr>
          <p:cNvPr id="16" name="Picture 15">
            <a:hlinkClick r:id="rId9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E8BE7E65-1A49-CC61-83E5-7111C35B17D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16" y="114028"/>
            <a:ext cx="246459" cy="246459"/>
          </a:xfrm>
          <a:prstGeom prst="rect">
            <a:avLst/>
          </a:prstGeom>
        </p:spPr>
      </p:pic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2E1CF30B-8299-D0D7-5CEF-0F15DBBD515D}"/>
              </a:ext>
            </a:extLst>
          </p:cNvPr>
          <p:cNvSpPr/>
          <p:nvPr/>
        </p:nvSpPr>
        <p:spPr>
          <a:xfrm>
            <a:off x="-72571" y="8284021"/>
            <a:ext cx="7006771" cy="1999349"/>
          </a:xfrm>
          <a:prstGeom prst="round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0A3A1928-FEB6-795B-CA1F-1B9F35B268E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516" y="8269121"/>
            <a:ext cx="1668550" cy="1668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14BEE3-3FC1-F2F7-D619-EB21738CBFF8}"/>
              </a:ext>
            </a:extLst>
          </p:cNvPr>
          <p:cNvSpPr txBox="1"/>
          <p:nvPr/>
        </p:nvSpPr>
        <p:spPr>
          <a:xfrm>
            <a:off x="678266" y="8505808"/>
            <a:ext cx="131881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CUSTOMER SERVICE</a:t>
            </a:r>
          </a:p>
          <a:p>
            <a:endParaRPr lang="en-PH" sz="12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Cancellation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Delivery</a:t>
            </a:r>
          </a:p>
          <a:p>
            <a:r>
              <a:rPr lang="en-PH" sz="600" dirty="0">
                <a:solidFill>
                  <a:schemeClr val="bg1"/>
                </a:solidFill>
              </a:rPr>
              <a:t>Order Verification</a:t>
            </a:r>
          </a:p>
          <a:p>
            <a:r>
              <a:rPr lang="en-PH" sz="600" dirty="0">
                <a:solidFill>
                  <a:schemeClr val="bg1"/>
                </a:solidFill>
              </a:rPr>
              <a:t>Payment 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Privacy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Terms and Conditions</a:t>
            </a:r>
          </a:p>
          <a:p>
            <a:r>
              <a:rPr lang="en-PH" sz="600" dirty="0">
                <a:solidFill>
                  <a:schemeClr val="bg1"/>
                </a:solidFill>
              </a:rPr>
              <a:t>Warranty</a:t>
            </a:r>
            <a:endParaRPr lang="en-PH" sz="11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147B23-16F9-DE5A-E949-66994F22F7A8}"/>
              </a:ext>
            </a:extLst>
          </p:cNvPr>
          <p:cNvSpPr txBox="1"/>
          <p:nvPr/>
        </p:nvSpPr>
        <p:spPr>
          <a:xfrm>
            <a:off x="1996061" y="8505808"/>
            <a:ext cx="1318813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COMPANY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Careers</a:t>
            </a:r>
          </a:p>
          <a:p>
            <a:r>
              <a:rPr lang="en-PH" sz="600" dirty="0">
                <a:solidFill>
                  <a:schemeClr val="bg1"/>
                </a:solidFill>
              </a:rPr>
              <a:t>Contact Us</a:t>
            </a:r>
          </a:p>
          <a:p>
            <a:r>
              <a:rPr lang="en-PH" sz="600" dirty="0">
                <a:solidFill>
                  <a:schemeClr val="bg1"/>
                </a:solidFill>
              </a:rPr>
              <a:t>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News and Articles</a:t>
            </a:r>
          </a:p>
          <a:p>
            <a:r>
              <a:rPr lang="en-PH" sz="600" dirty="0">
                <a:solidFill>
                  <a:schemeClr val="bg1"/>
                </a:solidFill>
              </a:rPr>
              <a:t>Our Company</a:t>
            </a:r>
          </a:p>
          <a:p>
            <a:r>
              <a:rPr lang="en-PH" sz="600" dirty="0">
                <a:solidFill>
                  <a:schemeClr val="bg1"/>
                </a:solidFill>
              </a:rPr>
              <a:t>Reviews</a:t>
            </a:r>
          </a:p>
          <a:p>
            <a:r>
              <a:rPr lang="en-PH" sz="600" dirty="0">
                <a:solidFill>
                  <a:schemeClr val="bg1"/>
                </a:solidFill>
              </a:rPr>
              <a:t>Store Locations</a:t>
            </a:r>
            <a:endParaRPr lang="en-PH" sz="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13ABA7-135C-3553-0FD8-0C425EEB9596}"/>
              </a:ext>
            </a:extLst>
          </p:cNvPr>
          <p:cNvSpPr txBox="1"/>
          <p:nvPr/>
        </p:nvSpPr>
        <p:spPr>
          <a:xfrm>
            <a:off x="3000937" y="8508634"/>
            <a:ext cx="131881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LINKS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Gadget Spot Corporate</a:t>
            </a:r>
          </a:p>
          <a:p>
            <a:r>
              <a:rPr lang="en-PH" sz="600" dirty="0">
                <a:solidFill>
                  <a:schemeClr val="bg1"/>
                </a:solidFill>
              </a:rPr>
              <a:t>Gadget Spot Community</a:t>
            </a:r>
          </a:p>
          <a:p>
            <a:r>
              <a:rPr lang="en-PH" sz="600" dirty="0">
                <a:solidFill>
                  <a:schemeClr val="bg1"/>
                </a:solidFill>
              </a:rPr>
              <a:t>Lazada Official Store</a:t>
            </a:r>
          </a:p>
          <a:p>
            <a:r>
              <a:rPr lang="en-PH" sz="600" dirty="0">
                <a:solidFill>
                  <a:schemeClr val="bg1"/>
                </a:solidFill>
              </a:rPr>
              <a:t>Shopee Official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81FF16-C023-1349-EB55-A46FEB5E9CBD}"/>
              </a:ext>
            </a:extLst>
          </p:cNvPr>
          <p:cNvSpPr txBox="1"/>
          <p:nvPr/>
        </p:nvSpPr>
        <p:spPr>
          <a:xfrm>
            <a:off x="2808861" y="9712247"/>
            <a:ext cx="1362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50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©2026 Gadget SPOT. ALL RIGHTS RESERVED</a:t>
            </a:r>
            <a:endParaRPr lang="en-PH" sz="5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A93E9B1-5C5E-A8EE-7F42-AFE1327DAA7A}"/>
              </a:ext>
            </a:extLst>
          </p:cNvPr>
          <p:cNvSpPr txBox="1"/>
          <p:nvPr/>
        </p:nvSpPr>
        <p:spPr>
          <a:xfrm>
            <a:off x="525411" y="758739"/>
            <a:ext cx="17620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Franklin Gothic Demi" panose="020B0703020102020204" pitchFamily="34" charset="0"/>
                <a:hlinkClick r:id="rId12" action="ppaction://hlinksldjump">
                  <a:snd r:embed="rId5" name="click.wav"/>
                </a:hlinkClick>
              </a:rPr>
              <a:t>PRODUCTS</a:t>
            </a:r>
            <a:r>
              <a:rPr lang="en-US" sz="900" dirty="0">
                <a:latin typeface="Franklin Gothic Demi" panose="020B0703020102020204" pitchFamily="34" charset="0"/>
              </a:rPr>
              <a:t> &gt; </a:t>
            </a:r>
            <a:r>
              <a:rPr lang="en-US" sz="900" b="1" u="sng" dirty="0">
                <a:latin typeface="Franklin Gothic Demi" panose="020B0703020102020204" pitchFamily="34" charset="0"/>
              </a:rPr>
              <a:t>GRAPHICS CARD </a:t>
            </a:r>
            <a:endParaRPr lang="en-PH" sz="900" b="1" u="sng" dirty="0">
              <a:latin typeface="Franklin Gothic Demi" panose="020B0703020102020204" pitchFamily="34" charset="0"/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FD9D4C74-A797-FCFE-5E87-65B1E3A7FDDB}"/>
              </a:ext>
            </a:extLst>
          </p:cNvPr>
          <p:cNvSpPr/>
          <p:nvPr/>
        </p:nvSpPr>
        <p:spPr>
          <a:xfrm>
            <a:off x="2974058" y="125059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04B98F52-09E6-1A13-049F-2453CCB5D058}"/>
              </a:ext>
            </a:extLst>
          </p:cNvPr>
          <p:cNvSpPr/>
          <p:nvPr/>
        </p:nvSpPr>
        <p:spPr>
          <a:xfrm>
            <a:off x="3079296" y="242265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B21B019C-6101-5B50-1E95-47B2721FDB45}"/>
              </a:ext>
            </a:extLst>
          </p:cNvPr>
          <p:cNvSpPr/>
          <p:nvPr/>
        </p:nvSpPr>
        <p:spPr>
          <a:xfrm>
            <a:off x="3713517" y="241863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A3B0C99-53DF-8D24-1EA1-9A28DCD1483C}"/>
              </a:ext>
            </a:extLst>
          </p:cNvPr>
          <p:cNvSpPr/>
          <p:nvPr/>
        </p:nvSpPr>
        <p:spPr>
          <a:xfrm>
            <a:off x="3003097" y="224724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5496FDA4-684E-D169-1B35-4DB57AE32EAD}"/>
              </a:ext>
            </a:extLst>
          </p:cNvPr>
          <p:cNvSpPr/>
          <p:nvPr/>
        </p:nvSpPr>
        <p:spPr>
          <a:xfrm>
            <a:off x="3088877" y="134977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1E11345-7651-B645-FAC6-33DE0F185F8F}"/>
              </a:ext>
            </a:extLst>
          </p:cNvPr>
          <p:cNvSpPr/>
          <p:nvPr/>
        </p:nvSpPr>
        <p:spPr>
          <a:xfrm>
            <a:off x="3080658" y="1495020"/>
            <a:ext cx="802925" cy="523621"/>
          </a:xfrm>
          <a:prstGeom prst="rect">
            <a:avLst/>
          </a:prstGeom>
          <a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0529" t="-42815" r="-10529" b="-4281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58F1F0F-493C-0910-97BC-94893F540D99}"/>
              </a:ext>
            </a:extLst>
          </p:cNvPr>
          <p:cNvSpPr/>
          <p:nvPr/>
        </p:nvSpPr>
        <p:spPr>
          <a:xfrm>
            <a:off x="3000937" y="204125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B1AA207C-802B-E51F-1760-DE02D1BB37B3}"/>
              </a:ext>
            </a:extLst>
          </p:cNvPr>
          <p:cNvSpPr/>
          <p:nvPr/>
        </p:nvSpPr>
        <p:spPr>
          <a:xfrm>
            <a:off x="4150745" y="124888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2856A02F-3FFA-2CDE-77D6-2AF18AC1AADF}"/>
              </a:ext>
            </a:extLst>
          </p:cNvPr>
          <p:cNvSpPr/>
          <p:nvPr/>
        </p:nvSpPr>
        <p:spPr>
          <a:xfrm>
            <a:off x="4255983" y="242094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AED165DB-D194-22B1-9F93-15569815109A}"/>
              </a:ext>
            </a:extLst>
          </p:cNvPr>
          <p:cNvSpPr/>
          <p:nvPr/>
        </p:nvSpPr>
        <p:spPr>
          <a:xfrm>
            <a:off x="4890204" y="241692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4F032A5-849B-BF00-1B6E-71E80CC332A9}"/>
              </a:ext>
            </a:extLst>
          </p:cNvPr>
          <p:cNvSpPr/>
          <p:nvPr/>
        </p:nvSpPr>
        <p:spPr>
          <a:xfrm>
            <a:off x="4179784" y="224553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ABC46DC8-DE89-1A27-A0D8-A460FA9F9261}"/>
              </a:ext>
            </a:extLst>
          </p:cNvPr>
          <p:cNvSpPr/>
          <p:nvPr/>
        </p:nvSpPr>
        <p:spPr>
          <a:xfrm>
            <a:off x="4265564" y="134806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94FA6DFC-9225-F4D9-8353-2B40AC8B2F6F}"/>
              </a:ext>
            </a:extLst>
          </p:cNvPr>
          <p:cNvSpPr/>
          <p:nvPr/>
        </p:nvSpPr>
        <p:spPr>
          <a:xfrm>
            <a:off x="4257345" y="1493310"/>
            <a:ext cx="802925" cy="523621"/>
          </a:xfrm>
          <a:prstGeom prst="rect">
            <a:avLst/>
          </a:prstGeom>
          <a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2922" t="-22190" r="2922" b="-2219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AEB4F45-AE43-B00A-A5F3-81B4A7270BAD}"/>
              </a:ext>
            </a:extLst>
          </p:cNvPr>
          <p:cNvSpPr/>
          <p:nvPr/>
        </p:nvSpPr>
        <p:spPr>
          <a:xfrm>
            <a:off x="4177624" y="203954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AB5E0011-B6BD-DE29-32F7-0FD31F751EA0}"/>
              </a:ext>
            </a:extLst>
          </p:cNvPr>
          <p:cNvSpPr/>
          <p:nvPr/>
        </p:nvSpPr>
        <p:spPr>
          <a:xfrm>
            <a:off x="5318477" y="1239995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7B197264-8A17-C965-EFE0-CDC8E7F36B79}"/>
              </a:ext>
            </a:extLst>
          </p:cNvPr>
          <p:cNvSpPr/>
          <p:nvPr/>
        </p:nvSpPr>
        <p:spPr>
          <a:xfrm>
            <a:off x="5423715" y="2412058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444A0F47-4097-99E7-93F4-662A5E2EA3C5}"/>
              </a:ext>
            </a:extLst>
          </p:cNvPr>
          <p:cNvSpPr/>
          <p:nvPr/>
        </p:nvSpPr>
        <p:spPr>
          <a:xfrm>
            <a:off x="6057936" y="2408034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10E76E69-100D-5476-CCB4-307263A202D5}"/>
              </a:ext>
            </a:extLst>
          </p:cNvPr>
          <p:cNvSpPr/>
          <p:nvPr/>
        </p:nvSpPr>
        <p:spPr>
          <a:xfrm>
            <a:off x="5347516" y="2236645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E8FA3EBF-7B48-5488-C3B0-CE3CF7931218}"/>
              </a:ext>
            </a:extLst>
          </p:cNvPr>
          <p:cNvSpPr/>
          <p:nvPr/>
        </p:nvSpPr>
        <p:spPr>
          <a:xfrm>
            <a:off x="5433296" y="1339173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E8D1DAF-78A8-859A-1DCE-C519A4D9B2B7}"/>
              </a:ext>
            </a:extLst>
          </p:cNvPr>
          <p:cNvSpPr/>
          <p:nvPr/>
        </p:nvSpPr>
        <p:spPr>
          <a:xfrm>
            <a:off x="5425077" y="1484423"/>
            <a:ext cx="802925" cy="523621"/>
          </a:xfrm>
          <a:prstGeom prst="rect">
            <a:avLst/>
          </a:prstGeom>
          <a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561" t="-29065" r="-1561" b="-2906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D7BDEBD8-FC53-3E76-ABA3-8521089E9893}"/>
              </a:ext>
            </a:extLst>
          </p:cNvPr>
          <p:cNvSpPr/>
          <p:nvPr/>
        </p:nvSpPr>
        <p:spPr>
          <a:xfrm>
            <a:off x="5345356" y="2030659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E4CE40A2-B543-72F7-2BD2-8A16D5E971AC}"/>
              </a:ext>
            </a:extLst>
          </p:cNvPr>
          <p:cNvSpPr/>
          <p:nvPr/>
        </p:nvSpPr>
        <p:spPr>
          <a:xfrm>
            <a:off x="1801241" y="1238096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CB2441D4-4960-6B7D-24B3-DCA047C1CD1D}"/>
              </a:ext>
            </a:extLst>
          </p:cNvPr>
          <p:cNvSpPr/>
          <p:nvPr/>
        </p:nvSpPr>
        <p:spPr>
          <a:xfrm>
            <a:off x="1906479" y="2410159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F0E17380-D90F-A5FD-1A8F-51FBEE691457}"/>
              </a:ext>
            </a:extLst>
          </p:cNvPr>
          <p:cNvSpPr/>
          <p:nvPr/>
        </p:nvSpPr>
        <p:spPr>
          <a:xfrm>
            <a:off x="2540700" y="2406135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C4E9F3B9-930C-266D-1114-C8B8F3D9537A}"/>
              </a:ext>
            </a:extLst>
          </p:cNvPr>
          <p:cNvSpPr/>
          <p:nvPr/>
        </p:nvSpPr>
        <p:spPr>
          <a:xfrm>
            <a:off x="1830280" y="2234746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5268AA00-FD1E-37F1-C456-6AEDB5B7A2C8}"/>
              </a:ext>
            </a:extLst>
          </p:cNvPr>
          <p:cNvSpPr/>
          <p:nvPr/>
        </p:nvSpPr>
        <p:spPr>
          <a:xfrm>
            <a:off x="1916060" y="1337274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9814E6FD-2420-367E-2036-EAA37C930517}"/>
              </a:ext>
            </a:extLst>
          </p:cNvPr>
          <p:cNvSpPr/>
          <p:nvPr/>
        </p:nvSpPr>
        <p:spPr>
          <a:xfrm>
            <a:off x="1907841" y="1482524"/>
            <a:ext cx="802925" cy="523621"/>
          </a:xfrm>
          <a:prstGeom prst="rect">
            <a:avLst/>
          </a:prstGeom>
          <a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5164" t="1873" r="5164" b="187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7D1FB6AA-8B02-4F4E-D0B5-3350D05FBE4A}"/>
              </a:ext>
            </a:extLst>
          </p:cNvPr>
          <p:cNvSpPr/>
          <p:nvPr/>
        </p:nvSpPr>
        <p:spPr>
          <a:xfrm>
            <a:off x="1828120" y="2028760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99BADC2B-192E-DF3B-B703-A13A0AD1C4A2}"/>
              </a:ext>
            </a:extLst>
          </p:cNvPr>
          <p:cNvSpPr/>
          <p:nvPr/>
        </p:nvSpPr>
        <p:spPr>
          <a:xfrm>
            <a:off x="615719" y="123822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25C57948-E168-4866-967E-F8350D0E720E}"/>
              </a:ext>
            </a:extLst>
          </p:cNvPr>
          <p:cNvSpPr/>
          <p:nvPr/>
        </p:nvSpPr>
        <p:spPr>
          <a:xfrm>
            <a:off x="720957" y="241028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50B2FF72-61CC-CFCD-F6E1-FC3E77CDAF40}"/>
              </a:ext>
            </a:extLst>
          </p:cNvPr>
          <p:cNvSpPr/>
          <p:nvPr/>
        </p:nvSpPr>
        <p:spPr>
          <a:xfrm>
            <a:off x="1355178" y="240625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2E6DBBE-3B8A-DFBB-203B-C1B8D0F77964}"/>
              </a:ext>
            </a:extLst>
          </p:cNvPr>
          <p:cNvSpPr/>
          <p:nvPr/>
        </p:nvSpPr>
        <p:spPr>
          <a:xfrm>
            <a:off x="644758" y="223487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9A2B435E-3E6C-4D33-05F1-D3F3F87EB490}"/>
              </a:ext>
            </a:extLst>
          </p:cNvPr>
          <p:cNvSpPr/>
          <p:nvPr/>
        </p:nvSpPr>
        <p:spPr>
          <a:xfrm>
            <a:off x="730538" y="133739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68BEC85C-605B-DCDD-474B-6BDE0D7B4178}"/>
              </a:ext>
            </a:extLst>
          </p:cNvPr>
          <p:cNvSpPr/>
          <p:nvPr/>
        </p:nvSpPr>
        <p:spPr>
          <a:xfrm>
            <a:off x="722319" y="1482648"/>
            <a:ext cx="802925" cy="523621"/>
          </a:xfrm>
          <a:prstGeom prst="rect">
            <a:avLst/>
          </a:prstGeom>
          <a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9647" t="-1564" r="9647" b="-1564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DDBF38EC-AD88-FBDD-CE06-F5BD237E7959}"/>
              </a:ext>
            </a:extLst>
          </p:cNvPr>
          <p:cNvSpPr/>
          <p:nvPr/>
        </p:nvSpPr>
        <p:spPr>
          <a:xfrm>
            <a:off x="642598" y="202888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8FC7409-7A5B-A9B1-9ABB-7CBCB5CB191E}"/>
              </a:ext>
            </a:extLst>
          </p:cNvPr>
          <p:cNvSpPr/>
          <p:nvPr/>
        </p:nvSpPr>
        <p:spPr>
          <a:xfrm>
            <a:off x="2974058" y="299217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77D7B7F-D306-ADCC-6F73-84817B173708}"/>
              </a:ext>
            </a:extLst>
          </p:cNvPr>
          <p:cNvSpPr/>
          <p:nvPr/>
        </p:nvSpPr>
        <p:spPr>
          <a:xfrm>
            <a:off x="3079296" y="416423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CB2F96C-E33A-74C7-2FA5-29EC700B0FA4}"/>
              </a:ext>
            </a:extLst>
          </p:cNvPr>
          <p:cNvSpPr/>
          <p:nvPr/>
        </p:nvSpPr>
        <p:spPr>
          <a:xfrm>
            <a:off x="3713517" y="416020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0C69A75-0174-4945-56F6-E7E42385B81E}"/>
              </a:ext>
            </a:extLst>
          </p:cNvPr>
          <p:cNvSpPr/>
          <p:nvPr/>
        </p:nvSpPr>
        <p:spPr>
          <a:xfrm>
            <a:off x="3003097" y="398882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47AE1DB-80B8-1D31-CCC0-2EB8ED1D0047}"/>
              </a:ext>
            </a:extLst>
          </p:cNvPr>
          <p:cNvSpPr/>
          <p:nvPr/>
        </p:nvSpPr>
        <p:spPr>
          <a:xfrm>
            <a:off x="3088877" y="309134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8C7BA60-CF29-2048-4966-717955DDBF3A}"/>
              </a:ext>
            </a:extLst>
          </p:cNvPr>
          <p:cNvSpPr/>
          <p:nvPr/>
        </p:nvSpPr>
        <p:spPr>
          <a:xfrm>
            <a:off x="3080658" y="3236598"/>
            <a:ext cx="802925" cy="523621"/>
          </a:xfrm>
          <a:prstGeom prst="rect">
            <a:avLst/>
          </a:prstGeom>
          <a:blipFill>
            <a:blip r:embed="rId18" cstate="print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backgroundRemoval t="10000" b="90000" l="0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561" t="-29065" r="-1561" b="-2906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ED53B14-14E3-3BD6-9A36-DF355DA625E9}"/>
              </a:ext>
            </a:extLst>
          </p:cNvPr>
          <p:cNvSpPr/>
          <p:nvPr/>
        </p:nvSpPr>
        <p:spPr>
          <a:xfrm>
            <a:off x="3000937" y="378283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E0669FB7-87FF-50C2-5CEB-0E7BBE4E6223}"/>
              </a:ext>
            </a:extLst>
          </p:cNvPr>
          <p:cNvSpPr/>
          <p:nvPr/>
        </p:nvSpPr>
        <p:spPr>
          <a:xfrm>
            <a:off x="1801241" y="2979674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4FBDE464-57ED-FE9D-E7A7-D86E8D2036AA}"/>
              </a:ext>
            </a:extLst>
          </p:cNvPr>
          <p:cNvSpPr/>
          <p:nvPr/>
        </p:nvSpPr>
        <p:spPr>
          <a:xfrm>
            <a:off x="1906479" y="4151737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F23C57E8-867C-58C2-32EB-7A5FCA37950E}"/>
              </a:ext>
            </a:extLst>
          </p:cNvPr>
          <p:cNvSpPr/>
          <p:nvPr/>
        </p:nvSpPr>
        <p:spPr>
          <a:xfrm>
            <a:off x="2540700" y="4147713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C22392FD-0321-1B36-8CFF-B5E122252AFD}"/>
              </a:ext>
            </a:extLst>
          </p:cNvPr>
          <p:cNvSpPr/>
          <p:nvPr/>
        </p:nvSpPr>
        <p:spPr>
          <a:xfrm>
            <a:off x="1830280" y="3976324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DB67E83D-330C-A132-1224-6E356A64A3D2}"/>
              </a:ext>
            </a:extLst>
          </p:cNvPr>
          <p:cNvSpPr/>
          <p:nvPr/>
        </p:nvSpPr>
        <p:spPr>
          <a:xfrm>
            <a:off x="1916060" y="3078852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64A4AFA1-A327-A7B9-CC2F-6EEC0D9D51E0}"/>
              </a:ext>
            </a:extLst>
          </p:cNvPr>
          <p:cNvSpPr/>
          <p:nvPr/>
        </p:nvSpPr>
        <p:spPr>
          <a:xfrm>
            <a:off x="1907841" y="3224102"/>
            <a:ext cx="802925" cy="523621"/>
          </a:xfrm>
          <a:prstGeom prst="rect">
            <a:avLst/>
          </a:prstGeom>
          <a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561" t="-8439" r="-1561" b="-843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CE10163E-728F-2B0D-D419-19B5CF9373DD}"/>
              </a:ext>
            </a:extLst>
          </p:cNvPr>
          <p:cNvSpPr/>
          <p:nvPr/>
        </p:nvSpPr>
        <p:spPr>
          <a:xfrm>
            <a:off x="1828120" y="3770338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7012DFDF-13FF-5BD0-33EF-766C869A9307}"/>
              </a:ext>
            </a:extLst>
          </p:cNvPr>
          <p:cNvSpPr/>
          <p:nvPr/>
        </p:nvSpPr>
        <p:spPr>
          <a:xfrm>
            <a:off x="615719" y="2979798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DA881CF2-D772-EEE6-B62C-183ACAE6AC0E}"/>
              </a:ext>
            </a:extLst>
          </p:cNvPr>
          <p:cNvSpPr/>
          <p:nvPr/>
        </p:nvSpPr>
        <p:spPr>
          <a:xfrm>
            <a:off x="720957" y="4151861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4E327B21-2A7A-AB12-7D6F-D166149F98F5}"/>
              </a:ext>
            </a:extLst>
          </p:cNvPr>
          <p:cNvSpPr/>
          <p:nvPr/>
        </p:nvSpPr>
        <p:spPr>
          <a:xfrm>
            <a:off x="1355178" y="4147837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E9BCB0DA-445D-ADA4-52D9-A2C531BA0454}"/>
              </a:ext>
            </a:extLst>
          </p:cNvPr>
          <p:cNvSpPr/>
          <p:nvPr/>
        </p:nvSpPr>
        <p:spPr>
          <a:xfrm>
            <a:off x="644758" y="3976448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F98377A0-1F48-68A8-1AD0-84D35E8CE79C}"/>
              </a:ext>
            </a:extLst>
          </p:cNvPr>
          <p:cNvSpPr/>
          <p:nvPr/>
        </p:nvSpPr>
        <p:spPr>
          <a:xfrm>
            <a:off x="730538" y="3078976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68F11705-F317-7356-4C6A-4A712976248A}"/>
              </a:ext>
            </a:extLst>
          </p:cNvPr>
          <p:cNvSpPr/>
          <p:nvPr/>
        </p:nvSpPr>
        <p:spPr>
          <a:xfrm>
            <a:off x="722319" y="3224226"/>
            <a:ext cx="802925" cy="523621"/>
          </a:xfrm>
          <a:prstGeom prst="rect">
            <a:avLst/>
          </a:prstGeom>
          <a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6045" t="8749" r="-6045" b="874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F10A72D5-E462-B559-57B9-1812FFBCD6A1}"/>
              </a:ext>
            </a:extLst>
          </p:cNvPr>
          <p:cNvSpPr/>
          <p:nvPr/>
        </p:nvSpPr>
        <p:spPr>
          <a:xfrm>
            <a:off x="642598" y="3770462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</p:spTree>
    <p:extLst>
      <p:ext uri="{BB962C8B-B14F-4D97-AF65-F5344CB8AC3E}">
        <p14:creationId xmlns:p14="http://schemas.microsoft.com/office/powerpoint/2010/main" val="3707233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CF491-8686-D3E2-119F-07A7FFBD1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C8274C-1D0E-EA01-E486-95B841E11BFC}"/>
              </a:ext>
            </a:extLst>
          </p:cNvPr>
          <p:cNvSpPr/>
          <p:nvPr/>
        </p:nvSpPr>
        <p:spPr>
          <a:xfrm>
            <a:off x="-72571" y="-42873"/>
            <a:ext cx="7006771" cy="518844"/>
          </a:xfrm>
          <a:prstGeom prst="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BCAF3733-9EEC-740B-934B-143A8312BF9D}"/>
              </a:ext>
            </a:extLst>
          </p:cNvPr>
          <p:cNvSpPr/>
          <p:nvPr/>
        </p:nvSpPr>
        <p:spPr>
          <a:xfrm>
            <a:off x="1650206" y="110326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E99B68-EC55-5684-0E8D-814C60E09E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95" y="-203104"/>
            <a:ext cx="867300" cy="867300"/>
          </a:xfrm>
          <a:prstGeom prst="rect">
            <a:avLst/>
          </a:prstGeom>
        </p:spPr>
      </p:pic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763E6559-38D0-C57F-A0EE-405491E4A87E}"/>
              </a:ext>
            </a:extLst>
          </p:cNvPr>
          <p:cNvSpPr/>
          <p:nvPr/>
        </p:nvSpPr>
        <p:spPr>
          <a:xfrm>
            <a:off x="4136231" y="110330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446FBF-91D7-CF1E-03A0-FC0B4F68B92F}"/>
              </a:ext>
            </a:extLst>
          </p:cNvPr>
          <p:cNvSpPr/>
          <p:nvPr/>
        </p:nvSpPr>
        <p:spPr>
          <a:xfrm>
            <a:off x="1975247" y="110327"/>
            <a:ext cx="2407444" cy="2409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EA5E02-737E-393D-627E-B23DBEA259AB}"/>
              </a:ext>
            </a:extLst>
          </p:cNvPr>
          <p:cNvSpPr txBox="1"/>
          <p:nvPr/>
        </p:nvSpPr>
        <p:spPr>
          <a:xfrm>
            <a:off x="1735931" y="123206"/>
            <a:ext cx="48577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>
                <a:solidFill>
                  <a:schemeClr val="bg1">
                    <a:lumMod val="50000"/>
                  </a:schemeClr>
                </a:solidFill>
              </a:rPr>
              <a:t>Search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70ED11-D045-F929-C68F-499B4C8FFD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789" y="178711"/>
            <a:ext cx="114300" cy="114300"/>
          </a:xfrm>
          <a:prstGeom prst="rect">
            <a:avLst/>
          </a:prstGeom>
        </p:spPr>
      </p:pic>
      <p:pic>
        <p:nvPicPr>
          <p:cNvPr id="13" name="Picture 12">
            <a:hlinkClick r:id="rId4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23A90978-A733-EF85-4FCD-F9E505BC1E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124" y="166580"/>
            <a:ext cx="175426" cy="1754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CAC597F-6FAC-D7A6-F254-DAFBB32CB2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975" y="153571"/>
            <a:ext cx="191297" cy="188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75F07B-C4A2-BF77-89A3-DB3B9B0C96F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593" y="147861"/>
            <a:ext cx="195732" cy="195732"/>
          </a:xfrm>
          <a:prstGeom prst="rect">
            <a:avLst/>
          </a:prstGeom>
        </p:spPr>
      </p:pic>
      <p:pic>
        <p:nvPicPr>
          <p:cNvPr id="16" name="Picture 15">
            <a:hlinkClick r:id="rId9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4FB4614D-76EE-EADF-E43B-6B03CF627B8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16" y="114028"/>
            <a:ext cx="246459" cy="246459"/>
          </a:xfrm>
          <a:prstGeom prst="rect">
            <a:avLst/>
          </a:prstGeom>
        </p:spPr>
      </p:pic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23BB6430-6E51-E7E4-1B69-CD010479C206}"/>
              </a:ext>
            </a:extLst>
          </p:cNvPr>
          <p:cNvSpPr/>
          <p:nvPr/>
        </p:nvSpPr>
        <p:spPr>
          <a:xfrm>
            <a:off x="-72571" y="8284021"/>
            <a:ext cx="7006771" cy="1999349"/>
          </a:xfrm>
          <a:prstGeom prst="round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E5F4CE60-7E78-897D-B22D-CD108A10D2F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516" y="8269121"/>
            <a:ext cx="1668550" cy="1668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B82204-87E7-5DBE-0ED8-3BDCA1F42F6D}"/>
              </a:ext>
            </a:extLst>
          </p:cNvPr>
          <p:cNvSpPr txBox="1"/>
          <p:nvPr/>
        </p:nvSpPr>
        <p:spPr>
          <a:xfrm>
            <a:off x="678266" y="8505808"/>
            <a:ext cx="131881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CUSTOMER SERVICE</a:t>
            </a:r>
          </a:p>
          <a:p>
            <a:endParaRPr lang="en-PH" sz="12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Cancellation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Delivery</a:t>
            </a:r>
          </a:p>
          <a:p>
            <a:r>
              <a:rPr lang="en-PH" sz="600" dirty="0">
                <a:solidFill>
                  <a:schemeClr val="bg1"/>
                </a:solidFill>
              </a:rPr>
              <a:t>Order Verification</a:t>
            </a:r>
          </a:p>
          <a:p>
            <a:r>
              <a:rPr lang="en-PH" sz="600" dirty="0">
                <a:solidFill>
                  <a:schemeClr val="bg1"/>
                </a:solidFill>
              </a:rPr>
              <a:t>Payment 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Privacy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Terms and Conditions</a:t>
            </a:r>
          </a:p>
          <a:p>
            <a:r>
              <a:rPr lang="en-PH" sz="600" dirty="0">
                <a:solidFill>
                  <a:schemeClr val="bg1"/>
                </a:solidFill>
              </a:rPr>
              <a:t>Warranty</a:t>
            </a:r>
            <a:endParaRPr lang="en-PH" sz="11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0187D2-8B2D-575F-C5F7-021BE47A2A94}"/>
              </a:ext>
            </a:extLst>
          </p:cNvPr>
          <p:cNvSpPr txBox="1"/>
          <p:nvPr/>
        </p:nvSpPr>
        <p:spPr>
          <a:xfrm>
            <a:off x="1996061" y="8505808"/>
            <a:ext cx="1318813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COMPANY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Careers</a:t>
            </a:r>
          </a:p>
          <a:p>
            <a:r>
              <a:rPr lang="en-PH" sz="600" dirty="0">
                <a:solidFill>
                  <a:schemeClr val="bg1"/>
                </a:solidFill>
              </a:rPr>
              <a:t>Contact Us</a:t>
            </a:r>
          </a:p>
          <a:p>
            <a:r>
              <a:rPr lang="en-PH" sz="600" dirty="0">
                <a:solidFill>
                  <a:schemeClr val="bg1"/>
                </a:solidFill>
              </a:rPr>
              <a:t>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News and Articles</a:t>
            </a:r>
          </a:p>
          <a:p>
            <a:r>
              <a:rPr lang="en-PH" sz="600" dirty="0">
                <a:solidFill>
                  <a:schemeClr val="bg1"/>
                </a:solidFill>
              </a:rPr>
              <a:t>Our Company</a:t>
            </a:r>
          </a:p>
          <a:p>
            <a:r>
              <a:rPr lang="en-PH" sz="600" dirty="0">
                <a:solidFill>
                  <a:schemeClr val="bg1"/>
                </a:solidFill>
              </a:rPr>
              <a:t>Reviews</a:t>
            </a:r>
          </a:p>
          <a:p>
            <a:r>
              <a:rPr lang="en-PH" sz="600" dirty="0">
                <a:solidFill>
                  <a:schemeClr val="bg1"/>
                </a:solidFill>
              </a:rPr>
              <a:t>Store Locations</a:t>
            </a:r>
            <a:endParaRPr lang="en-PH" sz="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1A342E-0492-4731-6682-C6E1F45A4E58}"/>
              </a:ext>
            </a:extLst>
          </p:cNvPr>
          <p:cNvSpPr txBox="1"/>
          <p:nvPr/>
        </p:nvSpPr>
        <p:spPr>
          <a:xfrm>
            <a:off x="3000937" y="8508634"/>
            <a:ext cx="131881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LINKS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Gadget Spot Corporate</a:t>
            </a:r>
          </a:p>
          <a:p>
            <a:r>
              <a:rPr lang="en-PH" sz="600" dirty="0">
                <a:solidFill>
                  <a:schemeClr val="bg1"/>
                </a:solidFill>
              </a:rPr>
              <a:t>Gadget Spot Community</a:t>
            </a:r>
          </a:p>
          <a:p>
            <a:r>
              <a:rPr lang="en-PH" sz="600" dirty="0">
                <a:solidFill>
                  <a:schemeClr val="bg1"/>
                </a:solidFill>
              </a:rPr>
              <a:t>Lazada Official Store</a:t>
            </a:r>
          </a:p>
          <a:p>
            <a:r>
              <a:rPr lang="en-PH" sz="600" dirty="0">
                <a:solidFill>
                  <a:schemeClr val="bg1"/>
                </a:solidFill>
              </a:rPr>
              <a:t>Shopee Official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AB820E-4768-2E97-DF92-5E1B59B059F3}"/>
              </a:ext>
            </a:extLst>
          </p:cNvPr>
          <p:cNvSpPr txBox="1"/>
          <p:nvPr/>
        </p:nvSpPr>
        <p:spPr>
          <a:xfrm>
            <a:off x="2808861" y="9712247"/>
            <a:ext cx="1362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50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©2026 Gadget SPOT. ALL RIGHTS RESERVED</a:t>
            </a:r>
            <a:endParaRPr lang="en-PH" sz="5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1F0EA19-874A-D178-791C-52729DDD83EC}"/>
              </a:ext>
            </a:extLst>
          </p:cNvPr>
          <p:cNvSpPr txBox="1"/>
          <p:nvPr/>
        </p:nvSpPr>
        <p:spPr>
          <a:xfrm>
            <a:off x="590676" y="758739"/>
            <a:ext cx="13484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Franklin Gothic Demi" panose="020B0703020102020204" pitchFamily="34" charset="0"/>
                <a:hlinkClick r:id="rId12" action="ppaction://hlinksldjump">
                  <a:snd r:embed="rId5" name="click.wav"/>
                </a:hlinkClick>
              </a:rPr>
              <a:t>PRODUCTS</a:t>
            </a:r>
            <a:r>
              <a:rPr lang="en-US" sz="900" dirty="0">
                <a:latin typeface="Franklin Gothic Demi" panose="020B0703020102020204" pitchFamily="34" charset="0"/>
              </a:rPr>
              <a:t> &gt; </a:t>
            </a:r>
            <a:r>
              <a:rPr lang="en-US" sz="900" b="1" u="sng" dirty="0">
                <a:latin typeface="Franklin Gothic Demi" panose="020B0703020102020204" pitchFamily="34" charset="0"/>
              </a:rPr>
              <a:t>PC CASE </a:t>
            </a:r>
            <a:endParaRPr lang="en-PH" sz="900" b="1" u="sng" dirty="0">
              <a:latin typeface="Franklin Gothic Demi" panose="020B0703020102020204" pitchFamily="34" charset="0"/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4C6732BC-6810-AF1F-E90F-523767C9DD63}"/>
              </a:ext>
            </a:extLst>
          </p:cNvPr>
          <p:cNvSpPr/>
          <p:nvPr/>
        </p:nvSpPr>
        <p:spPr>
          <a:xfrm>
            <a:off x="2974058" y="125059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20D55616-AC10-14D8-7663-E2E0F70471A0}"/>
              </a:ext>
            </a:extLst>
          </p:cNvPr>
          <p:cNvSpPr/>
          <p:nvPr/>
        </p:nvSpPr>
        <p:spPr>
          <a:xfrm>
            <a:off x="3079296" y="242265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B90C5B41-8B9D-FCA4-E904-0D6EBC545F48}"/>
              </a:ext>
            </a:extLst>
          </p:cNvPr>
          <p:cNvSpPr/>
          <p:nvPr/>
        </p:nvSpPr>
        <p:spPr>
          <a:xfrm>
            <a:off x="3713517" y="241863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C6D802E-3913-D9AC-33DB-4280DA3527AD}"/>
              </a:ext>
            </a:extLst>
          </p:cNvPr>
          <p:cNvSpPr/>
          <p:nvPr/>
        </p:nvSpPr>
        <p:spPr>
          <a:xfrm>
            <a:off x="3003097" y="224724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48D10058-585A-1977-5FC7-3611BF90B9A3}"/>
              </a:ext>
            </a:extLst>
          </p:cNvPr>
          <p:cNvSpPr/>
          <p:nvPr/>
        </p:nvSpPr>
        <p:spPr>
          <a:xfrm>
            <a:off x="3088877" y="134977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21E92D1-C254-D2EE-5374-4966926D2FA5}"/>
              </a:ext>
            </a:extLst>
          </p:cNvPr>
          <p:cNvSpPr/>
          <p:nvPr/>
        </p:nvSpPr>
        <p:spPr>
          <a:xfrm>
            <a:off x="3080658" y="1495020"/>
            <a:ext cx="802925" cy="523621"/>
          </a:xfrm>
          <a:prstGeom prst="rect">
            <a:avLst/>
          </a:prstGeom>
          <a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8615" t="1873" r="18615" b="187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3740A86-5ACD-9CCF-8E9F-5353AF86056B}"/>
              </a:ext>
            </a:extLst>
          </p:cNvPr>
          <p:cNvSpPr/>
          <p:nvPr/>
        </p:nvSpPr>
        <p:spPr>
          <a:xfrm>
            <a:off x="3000937" y="204125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D1C98F66-24A2-E9A8-95A7-DDB707342927}"/>
              </a:ext>
            </a:extLst>
          </p:cNvPr>
          <p:cNvSpPr/>
          <p:nvPr/>
        </p:nvSpPr>
        <p:spPr>
          <a:xfrm>
            <a:off x="4150745" y="124888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F6BB4B05-02B9-1CD5-1A4E-ABD6F5330012}"/>
              </a:ext>
            </a:extLst>
          </p:cNvPr>
          <p:cNvSpPr/>
          <p:nvPr/>
        </p:nvSpPr>
        <p:spPr>
          <a:xfrm>
            <a:off x="4255983" y="242094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761972ED-87AD-8AB4-C5C6-A5ADE882A0EB}"/>
              </a:ext>
            </a:extLst>
          </p:cNvPr>
          <p:cNvSpPr/>
          <p:nvPr/>
        </p:nvSpPr>
        <p:spPr>
          <a:xfrm>
            <a:off x="4890204" y="241692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2F1BCF6F-EDE4-99AA-8C4F-F252758CABE1}"/>
              </a:ext>
            </a:extLst>
          </p:cNvPr>
          <p:cNvSpPr/>
          <p:nvPr/>
        </p:nvSpPr>
        <p:spPr>
          <a:xfrm>
            <a:off x="4179784" y="224553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286E8EC9-EA86-06D4-4637-D432460DA7E2}"/>
              </a:ext>
            </a:extLst>
          </p:cNvPr>
          <p:cNvSpPr/>
          <p:nvPr/>
        </p:nvSpPr>
        <p:spPr>
          <a:xfrm>
            <a:off x="4265564" y="134806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ED7FAC9-4EB4-78D6-E1B7-FCB1F4D51D4C}"/>
              </a:ext>
            </a:extLst>
          </p:cNvPr>
          <p:cNvSpPr/>
          <p:nvPr/>
        </p:nvSpPr>
        <p:spPr>
          <a:xfrm>
            <a:off x="4257345" y="1493310"/>
            <a:ext cx="802925" cy="523621"/>
          </a:xfrm>
          <a:prstGeom prst="rect">
            <a:avLst/>
          </a:prstGeom>
          <a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6373" t="-1564" r="16373" b="-1564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35CF0098-67B6-D56F-851B-8C13C378F6A5}"/>
              </a:ext>
            </a:extLst>
          </p:cNvPr>
          <p:cNvSpPr/>
          <p:nvPr/>
        </p:nvSpPr>
        <p:spPr>
          <a:xfrm>
            <a:off x="4177624" y="203954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1B22195E-C08C-A7BC-DCBF-8F175083A127}"/>
              </a:ext>
            </a:extLst>
          </p:cNvPr>
          <p:cNvSpPr/>
          <p:nvPr/>
        </p:nvSpPr>
        <p:spPr>
          <a:xfrm>
            <a:off x="5318477" y="1239995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F01932E9-8C94-5717-074C-9B988780A237}"/>
              </a:ext>
            </a:extLst>
          </p:cNvPr>
          <p:cNvSpPr/>
          <p:nvPr/>
        </p:nvSpPr>
        <p:spPr>
          <a:xfrm>
            <a:off x="5423715" y="2412058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344FA5A7-1B62-2688-D4EA-27794419B8B0}"/>
              </a:ext>
            </a:extLst>
          </p:cNvPr>
          <p:cNvSpPr/>
          <p:nvPr/>
        </p:nvSpPr>
        <p:spPr>
          <a:xfrm>
            <a:off x="6057936" y="2408034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3E77EBB-6709-3E10-B74A-5185F71DDCBC}"/>
              </a:ext>
            </a:extLst>
          </p:cNvPr>
          <p:cNvSpPr/>
          <p:nvPr/>
        </p:nvSpPr>
        <p:spPr>
          <a:xfrm>
            <a:off x="5347516" y="2236645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018C6298-EEEA-30D0-D7D0-06D2E3C38FDF}"/>
              </a:ext>
            </a:extLst>
          </p:cNvPr>
          <p:cNvSpPr/>
          <p:nvPr/>
        </p:nvSpPr>
        <p:spPr>
          <a:xfrm>
            <a:off x="5433296" y="1339173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5999680-C833-E01A-2DB6-D9B228F17D4B}"/>
              </a:ext>
            </a:extLst>
          </p:cNvPr>
          <p:cNvSpPr/>
          <p:nvPr/>
        </p:nvSpPr>
        <p:spPr>
          <a:xfrm>
            <a:off x="5425077" y="1484423"/>
            <a:ext cx="802925" cy="523621"/>
          </a:xfrm>
          <a:prstGeom prst="rect">
            <a:avLst/>
          </a:prstGeom>
          <a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4131" t="-5002" r="14131" b="-50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2E4E29B-FE98-24E0-6F05-6D9B2D38FBF8}"/>
              </a:ext>
            </a:extLst>
          </p:cNvPr>
          <p:cNvSpPr/>
          <p:nvPr/>
        </p:nvSpPr>
        <p:spPr>
          <a:xfrm>
            <a:off x="5345356" y="2030659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51C8FB6E-89AC-BE5D-18C7-C25BFABA5D24}"/>
              </a:ext>
            </a:extLst>
          </p:cNvPr>
          <p:cNvSpPr/>
          <p:nvPr/>
        </p:nvSpPr>
        <p:spPr>
          <a:xfrm>
            <a:off x="1801241" y="1238096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9ADD3945-A4DF-7FA6-502A-00156E44252A}"/>
              </a:ext>
            </a:extLst>
          </p:cNvPr>
          <p:cNvSpPr/>
          <p:nvPr/>
        </p:nvSpPr>
        <p:spPr>
          <a:xfrm>
            <a:off x="1906479" y="2410159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F495CFFB-5293-7436-E614-CCE2C6ECE7B3}"/>
              </a:ext>
            </a:extLst>
          </p:cNvPr>
          <p:cNvSpPr/>
          <p:nvPr/>
        </p:nvSpPr>
        <p:spPr>
          <a:xfrm>
            <a:off x="2540700" y="2406135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76ACDFAD-2764-49F5-600F-DF0ADC1BAF13}"/>
              </a:ext>
            </a:extLst>
          </p:cNvPr>
          <p:cNvSpPr/>
          <p:nvPr/>
        </p:nvSpPr>
        <p:spPr>
          <a:xfrm>
            <a:off x="1830280" y="2234746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BB318172-9964-4512-6747-75107969EB71}"/>
              </a:ext>
            </a:extLst>
          </p:cNvPr>
          <p:cNvSpPr/>
          <p:nvPr/>
        </p:nvSpPr>
        <p:spPr>
          <a:xfrm>
            <a:off x="1916060" y="1337274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43D9ED86-72EA-68B4-97BD-AB57822A2EEC}"/>
              </a:ext>
            </a:extLst>
          </p:cNvPr>
          <p:cNvSpPr/>
          <p:nvPr/>
        </p:nvSpPr>
        <p:spPr>
          <a:xfrm>
            <a:off x="1907841" y="1482524"/>
            <a:ext cx="802925" cy="523621"/>
          </a:xfrm>
          <a:prstGeom prst="rect">
            <a:avLst/>
          </a:prstGeom>
          <a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8615" t="1873" r="18615" b="187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9DE3ACE-CD75-F75B-EBB7-5E10FE14DAE4}"/>
              </a:ext>
            </a:extLst>
          </p:cNvPr>
          <p:cNvSpPr/>
          <p:nvPr/>
        </p:nvSpPr>
        <p:spPr>
          <a:xfrm>
            <a:off x="1828120" y="2028760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E1E61DF2-F6D1-B7BE-5DC6-61640B3BF605}"/>
              </a:ext>
            </a:extLst>
          </p:cNvPr>
          <p:cNvSpPr/>
          <p:nvPr/>
        </p:nvSpPr>
        <p:spPr>
          <a:xfrm>
            <a:off x="615719" y="123822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CAF06D62-249B-10A8-7644-25C0E2C7D215}"/>
              </a:ext>
            </a:extLst>
          </p:cNvPr>
          <p:cNvSpPr/>
          <p:nvPr/>
        </p:nvSpPr>
        <p:spPr>
          <a:xfrm>
            <a:off x="720957" y="241028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A767E117-2008-BAC6-CB7A-D14DC501FABB}"/>
              </a:ext>
            </a:extLst>
          </p:cNvPr>
          <p:cNvSpPr/>
          <p:nvPr/>
        </p:nvSpPr>
        <p:spPr>
          <a:xfrm>
            <a:off x="1355178" y="240625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72D53AE-5043-75FF-6391-EA9704E0AAF7}"/>
              </a:ext>
            </a:extLst>
          </p:cNvPr>
          <p:cNvSpPr/>
          <p:nvPr/>
        </p:nvSpPr>
        <p:spPr>
          <a:xfrm>
            <a:off x="644758" y="223487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FF224CEC-2FA3-FC80-E8FB-E7F7CEB1A77F}"/>
              </a:ext>
            </a:extLst>
          </p:cNvPr>
          <p:cNvSpPr/>
          <p:nvPr/>
        </p:nvSpPr>
        <p:spPr>
          <a:xfrm>
            <a:off x="730538" y="133739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D8B9AF34-25EA-8480-C695-4DF1CE6493E2}"/>
              </a:ext>
            </a:extLst>
          </p:cNvPr>
          <p:cNvSpPr/>
          <p:nvPr/>
        </p:nvSpPr>
        <p:spPr>
          <a:xfrm>
            <a:off x="722319" y="1482648"/>
            <a:ext cx="802925" cy="523621"/>
          </a:xfrm>
          <a:prstGeom prst="rect">
            <a:avLst/>
          </a:prstGeom>
          <a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1890" t="-8439" r="11890" b="-843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D5535FA2-C3BB-DB6D-8329-E47851D32041}"/>
              </a:ext>
            </a:extLst>
          </p:cNvPr>
          <p:cNvSpPr/>
          <p:nvPr/>
        </p:nvSpPr>
        <p:spPr>
          <a:xfrm>
            <a:off x="642598" y="202888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4162E12-D630-9162-3B0F-23048B3B4A43}"/>
              </a:ext>
            </a:extLst>
          </p:cNvPr>
          <p:cNvSpPr/>
          <p:nvPr/>
        </p:nvSpPr>
        <p:spPr>
          <a:xfrm>
            <a:off x="2974058" y="299217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95A081B-9F23-23D3-34FA-0125D3F8AF17}"/>
              </a:ext>
            </a:extLst>
          </p:cNvPr>
          <p:cNvSpPr/>
          <p:nvPr/>
        </p:nvSpPr>
        <p:spPr>
          <a:xfrm>
            <a:off x="3079296" y="416423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EC806FB2-A3BD-3395-5797-74070472AF43}"/>
              </a:ext>
            </a:extLst>
          </p:cNvPr>
          <p:cNvSpPr/>
          <p:nvPr/>
        </p:nvSpPr>
        <p:spPr>
          <a:xfrm>
            <a:off x="3713517" y="416020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F5D150F-BF69-0853-7D6B-66CBF1BA2692}"/>
              </a:ext>
            </a:extLst>
          </p:cNvPr>
          <p:cNvSpPr/>
          <p:nvPr/>
        </p:nvSpPr>
        <p:spPr>
          <a:xfrm>
            <a:off x="3003097" y="398882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34ECE2D3-FE01-F657-A9D3-B56566DD4456}"/>
              </a:ext>
            </a:extLst>
          </p:cNvPr>
          <p:cNvSpPr/>
          <p:nvPr/>
        </p:nvSpPr>
        <p:spPr>
          <a:xfrm>
            <a:off x="3088877" y="309134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1D0D726-2842-7291-72FF-A9209C502CE2}"/>
              </a:ext>
            </a:extLst>
          </p:cNvPr>
          <p:cNvSpPr/>
          <p:nvPr/>
        </p:nvSpPr>
        <p:spPr>
          <a:xfrm>
            <a:off x="3080658" y="3236598"/>
            <a:ext cx="802925" cy="523621"/>
          </a:xfrm>
          <a:prstGeom prst="rect">
            <a:avLst/>
          </a:prstGeom>
          <a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2922" t="-22190" r="2922" b="-2219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A759E92-927D-1F15-7DC1-B2FD3CE009A8}"/>
              </a:ext>
            </a:extLst>
          </p:cNvPr>
          <p:cNvSpPr/>
          <p:nvPr/>
        </p:nvSpPr>
        <p:spPr>
          <a:xfrm>
            <a:off x="3000937" y="378283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E7554254-9F77-D0AB-15F8-E72E4FFF29EF}"/>
              </a:ext>
            </a:extLst>
          </p:cNvPr>
          <p:cNvSpPr/>
          <p:nvPr/>
        </p:nvSpPr>
        <p:spPr>
          <a:xfrm>
            <a:off x="4150745" y="299046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A8213070-E6B9-5B34-A28E-5AB6356AA8DF}"/>
              </a:ext>
            </a:extLst>
          </p:cNvPr>
          <p:cNvSpPr/>
          <p:nvPr/>
        </p:nvSpPr>
        <p:spPr>
          <a:xfrm>
            <a:off x="4255983" y="416252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83D41556-1069-6C72-E26F-F572FF7F3150}"/>
              </a:ext>
            </a:extLst>
          </p:cNvPr>
          <p:cNvSpPr/>
          <p:nvPr/>
        </p:nvSpPr>
        <p:spPr>
          <a:xfrm>
            <a:off x="4890204" y="415849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27666432-F277-3BB7-11FA-7286589858D8}"/>
              </a:ext>
            </a:extLst>
          </p:cNvPr>
          <p:cNvSpPr/>
          <p:nvPr/>
        </p:nvSpPr>
        <p:spPr>
          <a:xfrm>
            <a:off x="4179784" y="398711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9283B1E0-84ED-86E8-F8AE-CE6170295AC3}"/>
              </a:ext>
            </a:extLst>
          </p:cNvPr>
          <p:cNvSpPr/>
          <p:nvPr/>
        </p:nvSpPr>
        <p:spPr>
          <a:xfrm>
            <a:off x="4265564" y="308963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D932845-FB24-E17C-F209-C402BD6AA0B7}"/>
              </a:ext>
            </a:extLst>
          </p:cNvPr>
          <p:cNvSpPr/>
          <p:nvPr/>
        </p:nvSpPr>
        <p:spPr>
          <a:xfrm>
            <a:off x="4257345" y="3234888"/>
            <a:ext cx="802925" cy="523621"/>
          </a:xfrm>
          <a:prstGeom prst="rect">
            <a:avLst/>
          </a:prstGeom>
          <a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9647" t="-11877" r="9647" b="-1187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F96754C-8E04-A2C2-F35A-A9A7E9D74216}"/>
              </a:ext>
            </a:extLst>
          </p:cNvPr>
          <p:cNvSpPr/>
          <p:nvPr/>
        </p:nvSpPr>
        <p:spPr>
          <a:xfrm>
            <a:off x="4177624" y="378112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42A488E8-E6B6-8AE2-DC6B-8542C2C8CC17}"/>
              </a:ext>
            </a:extLst>
          </p:cNvPr>
          <p:cNvSpPr/>
          <p:nvPr/>
        </p:nvSpPr>
        <p:spPr>
          <a:xfrm>
            <a:off x="5318477" y="298157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4F2EEA66-A50D-1436-5FA3-6F5C2F1B0D53}"/>
              </a:ext>
            </a:extLst>
          </p:cNvPr>
          <p:cNvSpPr/>
          <p:nvPr/>
        </p:nvSpPr>
        <p:spPr>
          <a:xfrm>
            <a:off x="5423715" y="415363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AD0CA9C3-C11A-3AA3-3EA1-62FFD90FB846}"/>
              </a:ext>
            </a:extLst>
          </p:cNvPr>
          <p:cNvSpPr/>
          <p:nvPr/>
        </p:nvSpPr>
        <p:spPr>
          <a:xfrm>
            <a:off x="6057936" y="414961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CDB98405-AAF3-5F1C-70F2-56EA38EB8982}"/>
              </a:ext>
            </a:extLst>
          </p:cNvPr>
          <p:cNvSpPr/>
          <p:nvPr/>
        </p:nvSpPr>
        <p:spPr>
          <a:xfrm>
            <a:off x="5347516" y="397822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8C110BE0-2F7B-36A8-E5E8-9F6995A080B3}"/>
              </a:ext>
            </a:extLst>
          </p:cNvPr>
          <p:cNvSpPr/>
          <p:nvPr/>
        </p:nvSpPr>
        <p:spPr>
          <a:xfrm>
            <a:off x="5433296" y="308075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AF0A9CC6-8211-42C4-B6AD-28D146F6912A}"/>
              </a:ext>
            </a:extLst>
          </p:cNvPr>
          <p:cNvSpPr/>
          <p:nvPr/>
        </p:nvSpPr>
        <p:spPr>
          <a:xfrm>
            <a:off x="5425077" y="3226001"/>
            <a:ext cx="802925" cy="523621"/>
          </a:xfrm>
          <a:prstGeom prst="rect">
            <a:avLst/>
          </a:prstGeom>
          <a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1890" t="-8439" r="11890" b="-843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089AC2EA-205B-2A75-CD76-7C6A85B53008}"/>
              </a:ext>
            </a:extLst>
          </p:cNvPr>
          <p:cNvSpPr/>
          <p:nvPr/>
        </p:nvSpPr>
        <p:spPr>
          <a:xfrm>
            <a:off x="5345356" y="377223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17292A71-237C-29A1-884E-CA23AABFEE72}"/>
              </a:ext>
            </a:extLst>
          </p:cNvPr>
          <p:cNvSpPr/>
          <p:nvPr/>
        </p:nvSpPr>
        <p:spPr>
          <a:xfrm>
            <a:off x="1801241" y="2979674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82F7AC13-1A65-3DD1-1FDF-724CF82D9604}"/>
              </a:ext>
            </a:extLst>
          </p:cNvPr>
          <p:cNvSpPr/>
          <p:nvPr/>
        </p:nvSpPr>
        <p:spPr>
          <a:xfrm>
            <a:off x="1906479" y="4151737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7773B9D1-9755-EA4A-2E38-0346334C4530}"/>
              </a:ext>
            </a:extLst>
          </p:cNvPr>
          <p:cNvSpPr/>
          <p:nvPr/>
        </p:nvSpPr>
        <p:spPr>
          <a:xfrm>
            <a:off x="2540700" y="4147713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62D8D7E9-0B24-794E-ACAA-4B546DB6F2BA}"/>
              </a:ext>
            </a:extLst>
          </p:cNvPr>
          <p:cNvSpPr/>
          <p:nvPr/>
        </p:nvSpPr>
        <p:spPr>
          <a:xfrm>
            <a:off x="1830280" y="3976324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BDF023BF-E1F9-D7C4-177B-3F1BF217625B}"/>
              </a:ext>
            </a:extLst>
          </p:cNvPr>
          <p:cNvSpPr/>
          <p:nvPr/>
        </p:nvSpPr>
        <p:spPr>
          <a:xfrm>
            <a:off x="1916060" y="3078852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FC3D453-A1CB-BAA5-F93D-CAACF27E7C8E}"/>
              </a:ext>
            </a:extLst>
          </p:cNvPr>
          <p:cNvSpPr/>
          <p:nvPr/>
        </p:nvSpPr>
        <p:spPr>
          <a:xfrm>
            <a:off x="1907841" y="3224102"/>
            <a:ext cx="802925" cy="523621"/>
          </a:xfrm>
          <a:prstGeom prst="rect">
            <a:avLst/>
          </a:prstGeom>
          <a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1890" t="-8439" r="11890" b="-843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D9B4FBE-6339-9967-CF20-3E7427F76464}"/>
              </a:ext>
            </a:extLst>
          </p:cNvPr>
          <p:cNvSpPr/>
          <p:nvPr/>
        </p:nvSpPr>
        <p:spPr>
          <a:xfrm>
            <a:off x="1828120" y="3770338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2AEF71E3-4613-9B89-CA70-EE20DF76ED29}"/>
              </a:ext>
            </a:extLst>
          </p:cNvPr>
          <p:cNvSpPr/>
          <p:nvPr/>
        </p:nvSpPr>
        <p:spPr>
          <a:xfrm>
            <a:off x="615719" y="2979798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D1F3F4D2-CC46-7765-4D36-F1F1E70EC30D}"/>
              </a:ext>
            </a:extLst>
          </p:cNvPr>
          <p:cNvSpPr/>
          <p:nvPr/>
        </p:nvSpPr>
        <p:spPr>
          <a:xfrm>
            <a:off x="720957" y="4151861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34F3FB95-6569-A36A-3637-FFB8C9C62258}"/>
              </a:ext>
            </a:extLst>
          </p:cNvPr>
          <p:cNvSpPr/>
          <p:nvPr/>
        </p:nvSpPr>
        <p:spPr>
          <a:xfrm>
            <a:off x="1355178" y="4147837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53D46868-F7C7-FB3C-C6C5-2E0B09715B14}"/>
              </a:ext>
            </a:extLst>
          </p:cNvPr>
          <p:cNvSpPr/>
          <p:nvPr/>
        </p:nvSpPr>
        <p:spPr>
          <a:xfrm>
            <a:off x="644758" y="3976448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EE1F0F48-244A-B0DE-EA7D-8207DADB923A}"/>
              </a:ext>
            </a:extLst>
          </p:cNvPr>
          <p:cNvSpPr/>
          <p:nvPr/>
        </p:nvSpPr>
        <p:spPr>
          <a:xfrm>
            <a:off x="730538" y="3078976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07D83713-CA8B-68D7-11A8-2542D7B8AA18}"/>
              </a:ext>
            </a:extLst>
          </p:cNvPr>
          <p:cNvSpPr/>
          <p:nvPr/>
        </p:nvSpPr>
        <p:spPr>
          <a:xfrm>
            <a:off x="722319" y="3224226"/>
            <a:ext cx="802925" cy="523621"/>
          </a:xfrm>
          <a:prstGeom prst="rect">
            <a:avLst/>
          </a:prstGeom>
          <a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8615" t="1873" r="18615" b="187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75D6DF75-175E-4227-4C30-459618972612}"/>
              </a:ext>
            </a:extLst>
          </p:cNvPr>
          <p:cNvSpPr/>
          <p:nvPr/>
        </p:nvSpPr>
        <p:spPr>
          <a:xfrm>
            <a:off x="642598" y="3770462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2C24832B-468D-5423-CCA1-3CA47ABDEBF5}"/>
              </a:ext>
            </a:extLst>
          </p:cNvPr>
          <p:cNvSpPr/>
          <p:nvPr/>
        </p:nvSpPr>
        <p:spPr>
          <a:xfrm>
            <a:off x="2974058" y="476759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DAF32DAD-BC94-74A8-8C37-1AE14EAC6725}"/>
              </a:ext>
            </a:extLst>
          </p:cNvPr>
          <p:cNvSpPr/>
          <p:nvPr/>
        </p:nvSpPr>
        <p:spPr>
          <a:xfrm>
            <a:off x="3079296" y="593965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FF8E650D-CB8C-5B20-10EB-D897C3C30467}"/>
              </a:ext>
            </a:extLst>
          </p:cNvPr>
          <p:cNvSpPr/>
          <p:nvPr/>
        </p:nvSpPr>
        <p:spPr>
          <a:xfrm>
            <a:off x="3713517" y="593563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E85BE9BF-B683-9FF9-1F7D-D785135662FA}"/>
              </a:ext>
            </a:extLst>
          </p:cNvPr>
          <p:cNvSpPr/>
          <p:nvPr/>
        </p:nvSpPr>
        <p:spPr>
          <a:xfrm>
            <a:off x="3003097" y="576424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D86B9CDC-E916-FB3C-AEF4-7A672E894590}"/>
              </a:ext>
            </a:extLst>
          </p:cNvPr>
          <p:cNvSpPr/>
          <p:nvPr/>
        </p:nvSpPr>
        <p:spPr>
          <a:xfrm>
            <a:off x="3088877" y="486677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B51662C-1570-8DE2-872A-3B600A765056}"/>
              </a:ext>
            </a:extLst>
          </p:cNvPr>
          <p:cNvSpPr/>
          <p:nvPr/>
        </p:nvSpPr>
        <p:spPr>
          <a:xfrm>
            <a:off x="3080658" y="5012021"/>
            <a:ext cx="802925" cy="523621"/>
          </a:xfrm>
          <a:prstGeom prst="rect">
            <a:avLst/>
          </a:prstGeom>
          <a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2922" t="-22190" r="2922" b="-2219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084BFBC0-B305-BA50-0CB0-BD9626BD2079}"/>
              </a:ext>
            </a:extLst>
          </p:cNvPr>
          <p:cNvSpPr/>
          <p:nvPr/>
        </p:nvSpPr>
        <p:spPr>
          <a:xfrm>
            <a:off x="3000937" y="555825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AFDAD2A0-9FBF-7D2B-A075-0C63B32AB1A4}"/>
              </a:ext>
            </a:extLst>
          </p:cNvPr>
          <p:cNvSpPr/>
          <p:nvPr/>
        </p:nvSpPr>
        <p:spPr>
          <a:xfrm>
            <a:off x="4150745" y="476588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AFBA7A0F-A7FF-7E08-13BE-9C52089C9405}"/>
              </a:ext>
            </a:extLst>
          </p:cNvPr>
          <p:cNvSpPr/>
          <p:nvPr/>
        </p:nvSpPr>
        <p:spPr>
          <a:xfrm>
            <a:off x="4255983" y="593794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7D4125C0-5AD5-2772-CEFA-F774167F20DE}"/>
              </a:ext>
            </a:extLst>
          </p:cNvPr>
          <p:cNvSpPr/>
          <p:nvPr/>
        </p:nvSpPr>
        <p:spPr>
          <a:xfrm>
            <a:off x="4890204" y="593392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7A238479-04DD-696F-5188-B05A11752B2A}"/>
              </a:ext>
            </a:extLst>
          </p:cNvPr>
          <p:cNvSpPr/>
          <p:nvPr/>
        </p:nvSpPr>
        <p:spPr>
          <a:xfrm>
            <a:off x="4179784" y="576253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A0D125A7-2D9F-8D4D-CDB7-2029AF533712}"/>
              </a:ext>
            </a:extLst>
          </p:cNvPr>
          <p:cNvSpPr/>
          <p:nvPr/>
        </p:nvSpPr>
        <p:spPr>
          <a:xfrm>
            <a:off x="4265564" y="486506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C6362B1C-83B5-B24D-72EB-95F87FE530FA}"/>
              </a:ext>
            </a:extLst>
          </p:cNvPr>
          <p:cNvSpPr/>
          <p:nvPr/>
        </p:nvSpPr>
        <p:spPr>
          <a:xfrm>
            <a:off x="4257345" y="5010311"/>
            <a:ext cx="802925" cy="523621"/>
          </a:xfrm>
          <a:prstGeom prst="rect">
            <a:avLst/>
          </a:prstGeom>
          <a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5164" t="-18752" r="5164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0BA311F1-9223-ABE5-0562-432A3D256D90}"/>
              </a:ext>
            </a:extLst>
          </p:cNvPr>
          <p:cNvSpPr/>
          <p:nvPr/>
        </p:nvSpPr>
        <p:spPr>
          <a:xfrm>
            <a:off x="4177624" y="555654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0EAD99B0-F584-DEEE-311C-7B33C5238548}"/>
              </a:ext>
            </a:extLst>
          </p:cNvPr>
          <p:cNvSpPr/>
          <p:nvPr/>
        </p:nvSpPr>
        <p:spPr>
          <a:xfrm>
            <a:off x="5318477" y="4756996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1111F5C1-0689-D6D8-7036-EA6EA928454E}"/>
              </a:ext>
            </a:extLst>
          </p:cNvPr>
          <p:cNvSpPr/>
          <p:nvPr/>
        </p:nvSpPr>
        <p:spPr>
          <a:xfrm>
            <a:off x="5423715" y="5929059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A219A546-5307-8D87-DF16-5B97580D1156}"/>
              </a:ext>
            </a:extLst>
          </p:cNvPr>
          <p:cNvSpPr/>
          <p:nvPr/>
        </p:nvSpPr>
        <p:spPr>
          <a:xfrm>
            <a:off x="6057936" y="5925035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9A815A58-DB59-1AFC-A31C-B9E553E56F9E}"/>
              </a:ext>
            </a:extLst>
          </p:cNvPr>
          <p:cNvSpPr/>
          <p:nvPr/>
        </p:nvSpPr>
        <p:spPr>
          <a:xfrm>
            <a:off x="5347516" y="5753646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E75B42B5-3C9B-3998-92BB-39E4E71AF05B}"/>
              </a:ext>
            </a:extLst>
          </p:cNvPr>
          <p:cNvSpPr/>
          <p:nvPr/>
        </p:nvSpPr>
        <p:spPr>
          <a:xfrm>
            <a:off x="5433296" y="4856174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615F5B43-F2E7-C1C3-164E-D46570DFB3DF}"/>
              </a:ext>
            </a:extLst>
          </p:cNvPr>
          <p:cNvSpPr/>
          <p:nvPr/>
        </p:nvSpPr>
        <p:spPr>
          <a:xfrm>
            <a:off x="5425077" y="5001424"/>
            <a:ext cx="802925" cy="523621"/>
          </a:xfrm>
          <a:prstGeom prst="rect">
            <a:avLst/>
          </a:prstGeom>
          <a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5164" t="-18752" r="5164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C6CB5F23-324A-88AB-D0F6-8C8E16E0D3DE}"/>
              </a:ext>
            </a:extLst>
          </p:cNvPr>
          <p:cNvSpPr/>
          <p:nvPr/>
        </p:nvSpPr>
        <p:spPr>
          <a:xfrm>
            <a:off x="5345356" y="5547660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E13CD628-11DE-EB33-379D-3806119AB3FC}"/>
              </a:ext>
            </a:extLst>
          </p:cNvPr>
          <p:cNvSpPr/>
          <p:nvPr/>
        </p:nvSpPr>
        <p:spPr>
          <a:xfrm>
            <a:off x="1801241" y="4755097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8D2E932E-D4B9-A8DA-63CB-42B5A9140F6D}"/>
              </a:ext>
            </a:extLst>
          </p:cNvPr>
          <p:cNvSpPr/>
          <p:nvPr/>
        </p:nvSpPr>
        <p:spPr>
          <a:xfrm>
            <a:off x="1906479" y="5927160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7BF72A64-02B7-B79E-5323-A8F574020987}"/>
              </a:ext>
            </a:extLst>
          </p:cNvPr>
          <p:cNvSpPr/>
          <p:nvPr/>
        </p:nvSpPr>
        <p:spPr>
          <a:xfrm>
            <a:off x="2540700" y="5923136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8435022D-B03B-84E1-6F6F-A7A5610383A0}"/>
              </a:ext>
            </a:extLst>
          </p:cNvPr>
          <p:cNvSpPr/>
          <p:nvPr/>
        </p:nvSpPr>
        <p:spPr>
          <a:xfrm>
            <a:off x="1830280" y="5751747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F6A9DA6D-C42C-2951-4C00-EBC2A43411A3}"/>
              </a:ext>
            </a:extLst>
          </p:cNvPr>
          <p:cNvSpPr/>
          <p:nvPr/>
        </p:nvSpPr>
        <p:spPr>
          <a:xfrm>
            <a:off x="1916060" y="4854275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62579D74-E16C-AA00-E5FF-0A60EBABFB80}"/>
              </a:ext>
            </a:extLst>
          </p:cNvPr>
          <p:cNvSpPr/>
          <p:nvPr/>
        </p:nvSpPr>
        <p:spPr>
          <a:xfrm>
            <a:off x="1907841" y="4999525"/>
            <a:ext cx="802925" cy="523621"/>
          </a:xfrm>
          <a:prstGeom prst="rect">
            <a:avLst/>
          </a:prstGeom>
          <a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1890" t="-8439" r="11890" b="-843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F1FC104E-919F-94B8-1F14-01B9330331CF}"/>
              </a:ext>
            </a:extLst>
          </p:cNvPr>
          <p:cNvSpPr/>
          <p:nvPr/>
        </p:nvSpPr>
        <p:spPr>
          <a:xfrm>
            <a:off x="1828120" y="5545761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1A3E4120-97A1-3DF3-8282-AC4DF79267DA}"/>
              </a:ext>
            </a:extLst>
          </p:cNvPr>
          <p:cNvSpPr/>
          <p:nvPr/>
        </p:nvSpPr>
        <p:spPr>
          <a:xfrm>
            <a:off x="615719" y="4755221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DBBB1A14-86CC-5A2C-AB4F-FA59AEF4F98B}"/>
              </a:ext>
            </a:extLst>
          </p:cNvPr>
          <p:cNvSpPr/>
          <p:nvPr/>
        </p:nvSpPr>
        <p:spPr>
          <a:xfrm>
            <a:off x="720957" y="5927284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8F07F01B-7484-5D1C-32E1-1DC8884EAD15}"/>
              </a:ext>
            </a:extLst>
          </p:cNvPr>
          <p:cNvSpPr/>
          <p:nvPr/>
        </p:nvSpPr>
        <p:spPr>
          <a:xfrm>
            <a:off x="1355178" y="5923260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99382090-B16C-EB86-AF95-78ABC51D9BB1}"/>
              </a:ext>
            </a:extLst>
          </p:cNvPr>
          <p:cNvSpPr/>
          <p:nvPr/>
        </p:nvSpPr>
        <p:spPr>
          <a:xfrm>
            <a:off x="644758" y="5751871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1F905E04-0E0F-9642-38D0-71A90D5ADCCC}"/>
              </a:ext>
            </a:extLst>
          </p:cNvPr>
          <p:cNvSpPr/>
          <p:nvPr/>
        </p:nvSpPr>
        <p:spPr>
          <a:xfrm>
            <a:off x="730538" y="4854399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7E24BD5-C3B0-229B-212F-97D94D800E9E}"/>
              </a:ext>
            </a:extLst>
          </p:cNvPr>
          <p:cNvSpPr/>
          <p:nvPr/>
        </p:nvSpPr>
        <p:spPr>
          <a:xfrm>
            <a:off x="722319" y="4999649"/>
            <a:ext cx="802925" cy="523621"/>
          </a:xfrm>
          <a:prstGeom prst="rect">
            <a:avLst/>
          </a:prstGeom>
          <a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1890" t="-8439" r="11890" b="-843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F52603BB-30ED-4683-142B-E3FD6DEEE73E}"/>
              </a:ext>
            </a:extLst>
          </p:cNvPr>
          <p:cNvSpPr/>
          <p:nvPr/>
        </p:nvSpPr>
        <p:spPr>
          <a:xfrm>
            <a:off x="642598" y="5545885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EB958B3F-56DC-E7CF-2A77-D24BB7267DA5}"/>
              </a:ext>
            </a:extLst>
          </p:cNvPr>
          <p:cNvSpPr/>
          <p:nvPr/>
        </p:nvSpPr>
        <p:spPr>
          <a:xfrm>
            <a:off x="2974058" y="6573735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3A614856-42D6-684B-3035-9BC687C8F5F3}"/>
              </a:ext>
            </a:extLst>
          </p:cNvPr>
          <p:cNvSpPr/>
          <p:nvPr/>
        </p:nvSpPr>
        <p:spPr>
          <a:xfrm>
            <a:off x="3079296" y="7745798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96B14DA1-2406-76DC-DBCD-93FAFE7C6F50}"/>
              </a:ext>
            </a:extLst>
          </p:cNvPr>
          <p:cNvSpPr/>
          <p:nvPr/>
        </p:nvSpPr>
        <p:spPr>
          <a:xfrm>
            <a:off x="3713517" y="7741774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052D2BBB-9154-3416-1FB4-3BBC42A73D3A}"/>
              </a:ext>
            </a:extLst>
          </p:cNvPr>
          <p:cNvSpPr/>
          <p:nvPr/>
        </p:nvSpPr>
        <p:spPr>
          <a:xfrm>
            <a:off x="3003097" y="7570385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5F657A20-32C4-1E4B-14B5-0E40B1629129}"/>
              </a:ext>
            </a:extLst>
          </p:cNvPr>
          <p:cNvSpPr/>
          <p:nvPr/>
        </p:nvSpPr>
        <p:spPr>
          <a:xfrm>
            <a:off x="3088877" y="6672913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ACB648B6-47C9-2899-5401-1FD795B7FF7A}"/>
              </a:ext>
            </a:extLst>
          </p:cNvPr>
          <p:cNvSpPr/>
          <p:nvPr/>
        </p:nvSpPr>
        <p:spPr>
          <a:xfrm>
            <a:off x="3080658" y="6818163"/>
            <a:ext cx="802925" cy="523621"/>
          </a:xfrm>
          <a:prstGeom prst="rect">
            <a:avLst/>
          </a:prstGeom>
          <a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804" t="-32503" r="-3804" b="-3250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2859AD0B-0FE2-34F5-0226-6E78E3069F41}"/>
              </a:ext>
            </a:extLst>
          </p:cNvPr>
          <p:cNvSpPr/>
          <p:nvPr/>
        </p:nvSpPr>
        <p:spPr>
          <a:xfrm>
            <a:off x="3000937" y="7364399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96" name="Rectangle: Rounded Corners 195">
            <a:extLst>
              <a:ext uri="{FF2B5EF4-FFF2-40B4-BE49-F238E27FC236}">
                <a16:creationId xmlns:a16="http://schemas.microsoft.com/office/drawing/2014/main" id="{28D763EF-B8B4-FC48-743F-B02AAA9C0B98}"/>
              </a:ext>
            </a:extLst>
          </p:cNvPr>
          <p:cNvSpPr/>
          <p:nvPr/>
        </p:nvSpPr>
        <p:spPr>
          <a:xfrm>
            <a:off x="4150745" y="6572025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B6722B42-2FA4-3FC7-22E0-46AB8E37D04F}"/>
              </a:ext>
            </a:extLst>
          </p:cNvPr>
          <p:cNvSpPr/>
          <p:nvPr/>
        </p:nvSpPr>
        <p:spPr>
          <a:xfrm>
            <a:off x="4255983" y="7744088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98" name="Rectangle: Rounded Corners 197">
            <a:extLst>
              <a:ext uri="{FF2B5EF4-FFF2-40B4-BE49-F238E27FC236}">
                <a16:creationId xmlns:a16="http://schemas.microsoft.com/office/drawing/2014/main" id="{C05FE991-1563-6DA1-8D28-F61ECD74A120}"/>
              </a:ext>
            </a:extLst>
          </p:cNvPr>
          <p:cNvSpPr/>
          <p:nvPr/>
        </p:nvSpPr>
        <p:spPr>
          <a:xfrm>
            <a:off x="4890204" y="7740064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957496A8-C77F-1112-0D51-8F4BA11F2B35}"/>
              </a:ext>
            </a:extLst>
          </p:cNvPr>
          <p:cNvSpPr/>
          <p:nvPr/>
        </p:nvSpPr>
        <p:spPr>
          <a:xfrm>
            <a:off x="4179784" y="7568675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200" name="Rectangle: Rounded Corners 199">
            <a:extLst>
              <a:ext uri="{FF2B5EF4-FFF2-40B4-BE49-F238E27FC236}">
                <a16:creationId xmlns:a16="http://schemas.microsoft.com/office/drawing/2014/main" id="{2792A8A7-EF6D-2ED3-12EC-7B6A158E8783}"/>
              </a:ext>
            </a:extLst>
          </p:cNvPr>
          <p:cNvSpPr/>
          <p:nvPr/>
        </p:nvSpPr>
        <p:spPr>
          <a:xfrm>
            <a:off x="4265564" y="6671203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E3EC4266-6ED1-EFA4-06BC-D0984336A8D5}"/>
              </a:ext>
            </a:extLst>
          </p:cNvPr>
          <p:cNvSpPr/>
          <p:nvPr/>
        </p:nvSpPr>
        <p:spPr>
          <a:xfrm>
            <a:off x="4257345" y="6816453"/>
            <a:ext cx="802925" cy="523621"/>
          </a:xfrm>
          <a:prstGeom prst="rect">
            <a:avLst/>
          </a:prstGeom>
          <a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6373" t="-1564" r="16373" b="-1564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D8566C8F-A48A-EC00-7B8A-536DD4EE2C8F}"/>
              </a:ext>
            </a:extLst>
          </p:cNvPr>
          <p:cNvSpPr/>
          <p:nvPr/>
        </p:nvSpPr>
        <p:spPr>
          <a:xfrm>
            <a:off x="4177624" y="7362689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475893CC-D0C6-CC56-7E1F-CD3CF3ED6C50}"/>
              </a:ext>
            </a:extLst>
          </p:cNvPr>
          <p:cNvSpPr/>
          <p:nvPr/>
        </p:nvSpPr>
        <p:spPr>
          <a:xfrm>
            <a:off x="1801241" y="6561239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211" name="Rectangle: Rounded Corners 210">
            <a:extLst>
              <a:ext uri="{FF2B5EF4-FFF2-40B4-BE49-F238E27FC236}">
                <a16:creationId xmlns:a16="http://schemas.microsoft.com/office/drawing/2014/main" id="{DC67A626-8524-7977-D786-EA7B577F1528}"/>
              </a:ext>
            </a:extLst>
          </p:cNvPr>
          <p:cNvSpPr/>
          <p:nvPr/>
        </p:nvSpPr>
        <p:spPr>
          <a:xfrm>
            <a:off x="1906479" y="7733302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212" name="Rectangle: Rounded Corners 211">
            <a:extLst>
              <a:ext uri="{FF2B5EF4-FFF2-40B4-BE49-F238E27FC236}">
                <a16:creationId xmlns:a16="http://schemas.microsoft.com/office/drawing/2014/main" id="{853BEB5B-8335-A873-ECE4-49D94151435C}"/>
              </a:ext>
            </a:extLst>
          </p:cNvPr>
          <p:cNvSpPr/>
          <p:nvPr/>
        </p:nvSpPr>
        <p:spPr>
          <a:xfrm>
            <a:off x="2540700" y="7729278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30605E2F-11CF-A006-5754-010B326722A9}"/>
              </a:ext>
            </a:extLst>
          </p:cNvPr>
          <p:cNvSpPr/>
          <p:nvPr/>
        </p:nvSpPr>
        <p:spPr>
          <a:xfrm>
            <a:off x="1830280" y="7557889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20A36E2D-CFEC-2045-7AA0-92D5520F19A5}"/>
              </a:ext>
            </a:extLst>
          </p:cNvPr>
          <p:cNvSpPr/>
          <p:nvPr/>
        </p:nvSpPr>
        <p:spPr>
          <a:xfrm>
            <a:off x="1916060" y="6660417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642DC0E0-2A68-91C9-B212-F401E94E3410}"/>
              </a:ext>
            </a:extLst>
          </p:cNvPr>
          <p:cNvSpPr/>
          <p:nvPr/>
        </p:nvSpPr>
        <p:spPr>
          <a:xfrm>
            <a:off x="1907841" y="6805667"/>
            <a:ext cx="802925" cy="523621"/>
          </a:xfrm>
          <a:prstGeom prst="rect">
            <a:avLst/>
          </a:prstGeom>
          <a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9647" t="-11877" r="9647" b="-1187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40C39647-80C8-4C0F-1459-113255D4F610}"/>
              </a:ext>
            </a:extLst>
          </p:cNvPr>
          <p:cNvSpPr/>
          <p:nvPr/>
        </p:nvSpPr>
        <p:spPr>
          <a:xfrm>
            <a:off x="1828120" y="7351903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3FA19A07-E479-B381-7E7C-8D17E7679B17}"/>
              </a:ext>
            </a:extLst>
          </p:cNvPr>
          <p:cNvSpPr/>
          <p:nvPr/>
        </p:nvSpPr>
        <p:spPr>
          <a:xfrm>
            <a:off x="615719" y="656136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FF86B543-5B7E-9EFA-FD5C-5E19A181DDBC}"/>
              </a:ext>
            </a:extLst>
          </p:cNvPr>
          <p:cNvSpPr/>
          <p:nvPr/>
        </p:nvSpPr>
        <p:spPr>
          <a:xfrm>
            <a:off x="720957" y="773342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219" name="Rectangle: Rounded Corners 218">
            <a:extLst>
              <a:ext uri="{FF2B5EF4-FFF2-40B4-BE49-F238E27FC236}">
                <a16:creationId xmlns:a16="http://schemas.microsoft.com/office/drawing/2014/main" id="{A84E00FA-B372-0996-A55F-A6CD29476F80}"/>
              </a:ext>
            </a:extLst>
          </p:cNvPr>
          <p:cNvSpPr/>
          <p:nvPr/>
        </p:nvSpPr>
        <p:spPr>
          <a:xfrm>
            <a:off x="1355178" y="772940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F677D559-1833-7B27-0471-8ED867CA0E09}"/>
              </a:ext>
            </a:extLst>
          </p:cNvPr>
          <p:cNvSpPr/>
          <p:nvPr/>
        </p:nvSpPr>
        <p:spPr>
          <a:xfrm>
            <a:off x="644758" y="755801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221" name="Rectangle: Rounded Corners 220">
            <a:extLst>
              <a:ext uri="{FF2B5EF4-FFF2-40B4-BE49-F238E27FC236}">
                <a16:creationId xmlns:a16="http://schemas.microsoft.com/office/drawing/2014/main" id="{555A6290-EA9B-706E-7D48-2526FFBE7247}"/>
              </a:ext>
            </a:extLst>
          </p:cNvPr>
          <p:cNvSpPr/>
          <p:nvPr/>
        </p:nvSpPr>
        <p:spPr>
          <a:xfrm>
            <a:off x="730538" y="666054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73CE7407-C856-B916-D7EE-AC753B2FACB7}"/>
              </a:ext>
            </a:extLst>
          </p:cNvPr>
          <p:cNvSpPr/>
          <p:nvPr/>
        </p:nvSpPr>
        <p:spPr>
          <a:xfrm>
            <a:off x="722319" y="6805791"/>
            <a:ext cx="802925" cy="523621"/>
          </a:xfrm>
          <a:prstGeom prst="rect">
            <a:avLst/>
          </a:prstGeom>
          <a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2922" t="-22190" r="2922" b="-2219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571925E7-EB9E-CC75-20F7-532E97482082}"/>
              </a:ext>
            </a:extLst>
          </p:cNvPr>
          <p:cNvSpPr/>
          <p:nvPr/>
        </p:nvSpPr>
        <p:spPr>
          <a:xfrm>
            <a:off x="642598" y="735202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</p:spTree>
    <p:extLst>
      <p:ext uri="{BB962C8B-B14F-4D97-AF65-F5344CB8AC3E}">
        <p14:creationId xmlns:p14="http://schemas.microsoft.com/office/powerpoint/2010/main" val="805444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D4221-21DF-2460-FC5A-12C20183B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3DF65B-AE50-69A5-452E-6A40EEF7AEB1}"/>
              </a:ext>
            </a:extLst>
          </p:cNvPr>
          <p:cNvSpPr/>
          <p:nvPr/>
        </p:nvSpPr>
        <p:spPr>
          <a:xfrm>
            <a:off x="-72571" y="-42873"/>
            <a:ext cx="7006771" cy="518844"/>
          </a:xfrm>
          <a:prstGeom prst="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52BA5523-0610-8895-8D90-5E065E2B1714}"/>
              </a:ext>
            </a:extLst>
          </p:cNvPr>
          <p:cNvSpPr/>
          <p:nvPr/>
        </p:nvSpPr>
        <p:spPr>
          <a:xfrm>
            <a:off x="1650206" y="110326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1AD243-68B6-65F3-F1F3-1D48338FF6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95" y="-203104"/>
            <a:ext cx="867300" cy="867300"/>
          </a:xfrm>
          <a:prstGeom prst="rect">
            <a:avLst/>
          </a:prstGeom>
        </p:spPr>
      </p:pic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8CCB19C5-7663-88B5-E47F-77B5AEDA1731}"/>
              </a:ext>
            </a:extLst>
          </p:cNvPr>
          <p:cNvSpPr/>
          <p:nvPr/>
        </p:nvSpPr>
        <p:spPr>
          <a:xfrm>
            <a:off x="4136231" y="110330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A77ACF-7063-6B92-9C63-C07803744368}"/>
              </a:ext>
            </a:extLst>
          </p:cNvPr>
          <p:cNvSpPr/>
          <p:nvPr/>
        </p:nvSpPr>
        <p:spPr>
          <a:xfrm>
            <a:off x="1975247" y="110327"/>
            <a:ext cx="2407444" cy="2409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61192B-9D4C-D1A7-8525-FD3A7D67FF89}"/>
              </a:ext>
            </a:extLst>
          </p:cNvPr>
          <p:cNvSpPr txBox="1"/>
          <p:nvPr/>
        </p:nvSpPr>
        <p:spPr>
          <a:xfrm>
            <a:off x="1735931" y="123206"/>
            <a:ext cx="48577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>
                <a:solidFill>
                  <a:schemeClr val="bg1">
                    <a:lumMod val="50000"/>
                  </a:schemeClr>
                </a:solidFill>
              </a:rPr>
              <a:t>Search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E631E7-755F-5ADA-FDDE-436BE61750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789" y="178711"/>
            <a:ext cx="114300" cy="114300"/>
          </a:xfrm>
          <a:prstGeom prst="rect">
            <a:avLst/>
          </a:prstGeom>
        </p:spPr>
      </p:pic>
      <p:pic>
        <p:nvPicPr>
          <p:cNvPr id="13" name="Picture 12">
            <a:hlinkClick r:id="rId4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A4CC43E4-9527-C561-5EEB-86CAA45F48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124" y="166580"/>
            <a:ext cx="175426" cy="1754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95EC65-CE33-2666-CE72-283DB175F2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975" y="153571"/>
            <a:ext cx="191297" cy="188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4F5771-4539-6C19-15D9-701250554B7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593" y="147861"/>
            <a:ext cx="195732" cy="195732"/>
          </a:xfrm>
          <a:prstGeom prst="rect">
            <a:avLst/>
          </a:prstGeom>
        </p:spPr>
      </p:pic>
      <p:pic>
        <p:nvPicPr>
          <p:cNvPr id="16" name="Picture 15">
            <a:hlinkClick r:id="rId9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6BFBE9D1-A019-C405-F908-521FAA29375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16" y="114028"/>
            <a:ext cx="246459" cy="246459"/>
          </a:xfrm>
          <a:prstGeom prst="rect">
            <a:avLst/>
          </a:prstGeom>
        </p:spPr>
      </p:pic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96F13D5-F8F7-AC06-32DF-81E647D4F29A}"/>
              </a:ext>
            </a:extLst>
          </p:cNvPr>
          <p:cNvSpPr/>
          <p:nvPr/>
        </p:nvSpPr>
        <p:spPr>
          <a:xfrm>
            <a:off x="-72571" y="8284021"/>
            <a:ext cx="7006771" cy="1999349"/>
          </a:xfrm>
          <a:prstGeom prst="round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90C918A-E81A-7888-A63B-55AAEC1D53F7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516" y="8269121"/>
            <a:ext cx="1668550" cy="1668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B89CEB-A72A-5613-D72B-3594F5F1F070}"/>
              </a:ext>
            </a:extLst>
          </p:cNvPr>
          <p:cNvSpPr txBox="1"/>
          <p:nvPr/>
        </p:nvSpPr>
        <p:spPr>
          <a:xfrm>
            <a:off x="678266" y="8505808"/>
            <a:ext cx="131881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CUSTOMER SERVICE</a:t>
            </a:r>
          </a:p>
          <a:p>
            <a:endParaRPr lang="en-PH" sz="12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Cancellation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Delivery</a:t>
            </a:r>
          </a:p>
          <a:p>
            <a:r>
              <a:rPr lang="en-PH" sz="600" dirty="0">
                <a:solidFill>
                  <a:schemeClr val="bg1"/>
                </a:solidFill>
              </a:rPr>
              <a:t>Order Verification</a:t>
            </a:r>
          </a:p>
          <a:p>
            <a:r>
              <a:rPr lang="en-PH" sz="600" dirty="0">
                <a:solidFill>
                  <a:schemeClr val="bg1"/>
                </a:solidFill>
              </a:rPr>
              <a:t>Payment 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Privacy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Terms and Conditions</a:t>
            </a:r>
          </a:p>
          <a:p>
            <a:r>
              <a:rPr lang="en-PH" sz="600" dirty="0">
                <a:solidFill>
                  <a:schemeClr val="bg1"/>
                </a:solidFill>
              </a:rPr>
              <a:t>Warranty</a:t>
            </a:r>
            <a:endParaRPr lang="en-PH" sz="11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83546F-FB38-DEBE-F052-B249749E9D22}"/>
              </a:ext>
            </a:extLst>
          </p:cNvPr>
          <p:cNvSpPr txBox="1"/>
          <p:nvPr/>
        </p:nvSpPr>
        <p:spPr>
          <a:xfrm>
            <a:off x="1996061" y="8505808"/>
            <a:ext cx="1318813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COMPANY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Careers</a:t>
            </a:r>
          </a:p>
          <a:p>
            <a:r>
              <a:rPr lang="en-PH" sz="600" dirty="0">
                <a:solidFill>
                  <a:schemeClr val="bg1"/>
                </a:solidFill>
              </a:rPr>
              <a:t>Contact Us</a:t>
            </a:r>
          </a:p>
          <a:p>
            <a:r>
              <a:rPr lang="en-PH" sz="600" dirty="0">
                <a:solidFill>
                  <a:schemeClr val="bg1"/>
                </a:solidFill>
              </a:rPr>
              <a:t>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News and Articles</a:t>
            </a:r>
          </a:p>
          <a:p>
            <a:r>
              <a:rPr lang="en-PH" sz="600" dirty="0">
                <a:solidFill>
                  <a:schemeClr val="bg1"/>
                </a:solidFill>
              </a:rPr>
              <a:t>Our Company</a:t>
            </a:r>
          </a:p>
          <a:p>
            <a:r>
              <a:rPr lang="en-PH" sz="600" dirty="0">
                <a:solidFill>
                  <a:schemeClr val="bg1"/>
                </a:solidFill>
              </a:rPr>
              <a:t>Reviews</a:t>
            </a:r>
          </a:p>
          <a:p>
            <a:r>
              <a:rPr lang="en-PH" sz="600" dirty="0">
                <a:solidFill>
                  <a:schemeClr val="bg1"/>
                </a:solidFill>
              </a:rPr>
              <a:t>Store Locations</a:t>
            </a:r>
            <a:endParaRPr lang="en-PH" sz="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DBCC41-9CD8-388F-E026-ABC1890AF263}"/>
              </a:ext>
            </a:extLst>
          </p:cNvPr>
          <p:cNvSpPr txBox="1"/>
          <p:nvPr/>
        </p:nvSpPr>
        <p:spPr>
          <a:xfrm>
            <a:off x="3000937" y="8508634"/>
            <a:ext cx="131881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LINKS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Gadget Spot Corporate</a:t>
            </a:r>
          </a:p>
          <a:p>
            <a:r>
              <a:rPr lang="en-PH" sz="600" dirty="0">
                <a:solidFill>
                  <a:schemeClr val="bg1"/>
                </a:solidFill>
              </a:rPr>
              <a:t>Gadget Spot Community</a:t>
            </a:r>
          </a:p>
          <a:p>
            <a:r>
              <a:rPr lang="en-PH" sz="600" dirty="0">
                <a:solidFill>
                  <a:schemeClr val="bg1"/>
                </a:solidFill>
              </a:rPr>
              <a:t>Lazada Official Store</a:t>
            </a:r>
          </a:p>
          <a:p>
            <a:r>
              <a:rPr lang="en-PH" sz="600" dirty="0">
                <a:solidFill>
                  <a:schemeClr val="bg1"/>
                </a:solidFill>
              </a:rPr>
              <a:t>Shopee Official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30DA21-00EA-3C8A-DA36-0B94972B0444}"/>
              </a:ext>
            </a:extLst>
          </p:cNvPr>
          <p:cNvSpPr txBox="1"/>
          <p:nvPr/>
        </p:nvSpPr>
        <p:spPr>
          <a:xfrm>
            <a:off x="2808861" y="9712247"/>
            <a:ext cx="1362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50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©2026 Gadget SPOT. ALL RIGHTS RESERVED</a:t>
            </a:r>
            <a:endParaRPr lang="en-PH" sz="5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025E86B-FAE0-735C-DB62-54A8CD1939F5}"/>
              </a:ext>
            </a:extLst>
          </p:cNvPr>
          <p:cNvSpPr txBox="1"/>
          <p:nvPr/>
        </p:nvSpPr>
        <p:spPr>
          <a:xfrm>
            <a:off x="585956" y="758739"/>
            <a:ext cx="13869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Franklin Gothic Demi" panose="020B0703020102020204" pitchFamily="34" charset="0"/>
                <a:hlinkClick r:id="rId12" action="ppaction://hlinksldjump">
                  <a:snd r:embed="rId5" name="click.wav"/>
                </a:hlinkClick>
              </a:rPr>
              <a:t>PRODUCTS</a:t>
            </a:r>
            <a:r>
              <a:rPr lang="en-US" sz="900" dirty="0">
                <a:latin typeface="Franklin Gothic Demi" panose="020B0703020102020204" pitchFamily="34" charset="0"/>
              </a:rPr>
              <a:t> &gt; </a:t>
            </a:r>
            <a:r>
              <a:rPr lang="en-US" sz="900" b="1" u="sng" dirty="0">
                <a:latin typeface="Franklin Gothic Demi" panose="020B0703020102020204" pitchFamily="34" charset="0"/>
              </a:rPr>
              <a:t>UPS/AVR </a:t>
            </a:r>
            <a:endParaRPr lang="en-PH" sz="900" b="1" u="sng" dirty="0">
              <a:latin typeface="Franklin Gothic Demi" panose="020B0703020102020204" pitchFamily="34" charset="0"/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E5C44DD7-6C7F-3073-52FC-0F2BDC0F0821}"/>
              </a:ext>
            </a:extLst>
          </p:cNvPr>
          <p:cNvSpPr/>
          <p:nvPr/>
        </p:nvSpPr>
        <p:spPr>
          <a:xfrm>
            <a:off x="2974058" y="125059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037FA04F-0F6C-9750-E16E-226B1F52E67D}"/>
              </a:ext>
            </a:extLst>
          </p:cNvPr>
          <p:cNvSpPr/>
          <p:nvPr/>
        </p:nvSpPr>
        <p:spPr>
          <a:xfrm>
            <a:off x="3079296" y="242265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E268EE8B-8ADA-0251-7EC4-73D24FFCA58E}"/>
              </a:ext>
            </a:extLst>
          </p:cNvPr>
          <p:cNvSpPr/>
          <p:nvPr/>
        </p:nvSpPr>
        <p:spPr>
          <a:xfrm>
            <a:off x="3713517" y="241863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B2A9CA5-238B-E085-6527-F17A930F8758}"/>
              </a:ext>
            </a:extLst>
          </p:cNvPr>
          <p:cNvSpPr/>
          <p:nvPr/>
        </p:nvSpPr>
        <p:spPr>
          <a:xfrm>
            <a:off x="3003097" y="224724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465798EA-8337-3FE5-E24F-80F43B080B3F}"/>
              </a:ext>
            </a:extLst>
          </p:cNvPr>
          <p:cNvSpPr/>
          <p:nvPr/>
        </p:nvSpPr>
        <p:spPr>
          <a:xfrm>
            <a:off x="3088877" y="134977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32C4C3A-CAFE-0FFD-60B9-6F7FED808A45}"/>
              </a:ext>
            </a:extLst>
          </p:cNvPr>
          <p:cNvSpPr/>
          <p:nvPr/>
        </p:nvSpPr>
        <p:spPr>
          <a:xfrm>
            <a:off x="3080658" y="1495020"/>
            <a:ext cx="802925" cy="523621"/>
          </a:xfrm>
          <a:prstGeom prst="rect">
            <a:avLst/>
          </a:prstGeom>
          <a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804" t="-32503" r="-3804" b="-3250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90BE430-F26D-8BB4-3117-E1D0C89F0333}"/>
              </a:ext>
            </a:extLst>
          </p:cNvPr>
          <p:cNvSpPr/>
          <p:nvPr/>
        </p:nvSpPr>
        <p:spPr>
          <a:xfrm>
            <a:off x="3000937" y="204125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3711353C-AFE4-1557-4C58-0504263DA49B}"/>
              </a:ext>
            </a:extLst>
          </p:cNvPr>
          <p:cNvSpPr/>
          <p:nvPr/>
        </p:nvSpPr>
        <p:spPr>
          <a:xfrm>
            <a:off x="4150745" y="124888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EFAA70A4-0E59-E2B6-DBDF-FBA1758AF4C8}"/>
              </a:ext>
            </a:extLst>
          </p:cNvPr>
          <p:cNvSpPr/>
          <p:nvPr/>
        </p:nvSpPr>
        <p:spPr>
          <a:xfrm>
            <a:off x="4255983" y="242094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AE7A19A0-A351-69E9-E54F-0E7139E582A3}"/>
              </a:ext>
            </a:extLst>
          </p:cNvPr>
          <p:cNvSpPr/>
          <p:nvPr/>
        </p:nvSpPr>
        <p:spPr>
          <a:xfrm>
            <a:off x="4890204" y="241692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0ABE941-83C8-C2A1-1B75-3B5C3E8F77D2}"/>
              </a:ext>
            </a:extLst>
          </p:cNvPr>
          <p:cNvSpPr/>
          <p:nvPr/>
        </p:nvSpPr>
        <p:spPr>
          <a:xfrm>
            <a:off x="4179784" y="224553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3A5071E8-C6A0-8539-D915-6020DE13EAC3}"/>
              </a:ext>
            </a:extLst>
          </p:cNvPr>
          <p:cNvSpPr/>
          <p:nvPr/>
        </p:nvSpPr>
        <p:spPr>
          <a:xfrm>
            <a:off x="4265564" y="134806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31DBBEB-3A52-2AB0-BCFC-20F568503D9A}"/>
              </a:ext>
            </a:extLst>
          </p:cNvPr>
          <p:cNvSpPr/>
          <p:nvPr/>
        </p:nvSpPr>
        <p:spPr>
          <a:xfrm>
            <a:off x="4257345" y="1493310"/>
            <a:ext cx="802925" cy="523621"/>
          </a:xfrm>
          <a:prstGeom prst="rect">
            <a:avLst/>
          </a:prstGeom>
          <a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7405" t="-11877" r="7405" b="-1187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B4D9E7B-647B-C8D1-9934-31618568EA1D}"/>
              </a:ext>
            </a:extLst>
          </p:cNvPr>
          <p:cNvSpPr/>
          <p:nvPr/>
        </p:nvSpPr>
        <p:spPr>
          <a:xfrm>
            <a:off x="4177624" y="203954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CDB3490B-92F6-D034-31A1-4084D947B6FC}"/>
              </a:ext>
            </a:extLst>
          </p:cNvPr>
          <p:cNvSpPr/>
          <p:nvPr/>
        </p:nvSpPr>
        <p:spPr>
          <a:xfrm>
            <a:off x="1801241" y="1238096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EADBB9D8-42F3-6545-9C29-A2487F31190B}"/>
              </a:ext>
            </a:extLst>
          </p:cNvPr>
          <p:cNvSpPr/>
          <p:nvPr/>
        </p:nvSpPr>
        <p:spPr>
          <a:xfrm>
            <a:off x="1906479" y="2410159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3EA5BDFC-E3F2-3415-CD31-1F96D8E404EF}"/>
              </a:ext>
            </a:extLst>
          </p:cNvPr>
          <p:cNvSpPr/>
          <p:nvPr/>
        </p:nvSpPr>
        <p:spPr>
          <a:xfrm>
            <a:off x="2540700" y="2406135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0ADE8CD0-D0BC-598D-03C7-E3F8E50CA0BE}"/>
              </a:ext>
            </a:extLst>
          </p:cNvPr>
          <p:cNvSpPr/>
          <p:nvPr/>
        </p:nvSpPr>
        <p:spPr>
          <a:xfrm>
            <a:off x="1830280" y="2234746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FED9BF70-C45E-D23B-0C0F-3238306A50DD}"/>
              </a:ext>
            </a:extLst>
          </p:cNvPr>
          <p:cNvSpPr/>
          <p:nvPr/>
        </p:nvSpPr>
        <p:spPr>
          <a:xfrm>
            <a:off x="1916060" y="1337274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90134078-AA92-DDDB-06BE-E691806A0DDE}"/>
              </a:ext>
            </a:extLst>
          </p:cNvPr>
          <p:cNvSpPr/>
          <p:nvPr/>
        </p:nvSpPr>
        <p:spPr>
          <a:xfrm>
            <a:off x="1907841" y="1482524"/>
            <a:ext cx="802925" cy="523621"/>
          </a:xfrm>
          <a:prstGeom prst="rect">
            <a:avLst/>
          </a:prstGeom>
          <a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9647" t="-11877" r="9647" b="-1187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FC5FC527-6DD7-8612-19FE-ACE1255F2DD0}"/>
              </a:ext>
            </a:extLst>
          </p:cNvPr>
          <p:cNvSpPr/>
          <p:nvPr/>
        </p:nvSpPr>
        <p:spPr>
          <a:xfrm>
            <a:off x="1828120" y="2028760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78CA3EE9-4FB2-881E-04C5-191E247646BB}"/>
              </a:ext>
            </a:extLst>
          </p:cNvPr>
          <p:cNvSpPr/>
          <p:nvPr/>
        </p:nvSpPr>
        <p:spPr>
          <a:xfrm>
            <a:off x="615719" y="123822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F546397F-95A3-674B-0D64-4120B97F3990}"/>
              </a:ext>
            </a:extLst>
          </p:cNvPr>
          <p:cNvSpPr/>
          <p:nvPr/>
        </p:nvSpPr>
        <p:spPr>
          <a:xfrm>
            <a:off x="720957" y="241028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6EBDDEE7-8E1F-7FE8-1CAB-BF67527F8A0E}"/>
              </a:ext>
            </a:extLst>
          </p:cNvPr>
          <p:cNvSpPr/>
          <p:nvPr/>
        </p:nvSpPr>
        <p:spPr>
          <a:xfrm>
            <a:off x="1355178" y="240625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906C3F27-44D4-0CAE-0A8E-46A4A2D0C2F2}"/>
              </a:ext>
            </a:extLst>
          </p:cNvPr>
          <p:cNvSpPr/>
          <p:nvPr/>
        </p:nvSpPr>
        <p:spPr>
          <a:xfrm>
            <a:off x="644758" y="223487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4046D80A-C520-3AD9-D877-3DC7095629B5}"/>
              </a:ext>
            </a:extLst>
          </p:cNvPr>
          <p:cNvSpPr/>
          <p:nvPr/>
        </p:nvSpPr>
        <p:spPr>
          <a:xfrm>
            <a:off x="730538" y="133739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B691DB8C-2CA8-F073-57BE-3943E4424A9D}"/>
              </a:ext>
            </a:extLst>
          </p:cNvPr>
          <p:cNvSpPr/>
          <p:nvPr/>
        </p:nvSpPr>
        <p:spPr>
          <a:xfrm>
            <a:off x="722319" y="1482648"/>
            <a:ext cx="802925" cy="523621"/>
          </a:xfrm>
          <a:prstGeom prst="rect">
            <a:avLst/>
          </a:prstGeom>
          <a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561" t="-29065" r="-1561" b="-2906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84E0D9B-1B57-53A5-CBAF-216E4BB29DD8}"/>
              </a:ext>
            </a:extLst>
          </p:cNvPr>
          <p:cNvSpPr/>
          <p:nvPr/>
        </p:nvSpPr>
        <p:spPr>
          <a:xfrm>
            <a:off x="642598" y="202888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35EB6CC-30B8-2A06-7B5E-1A464CCCC732}"/>
              </a:ext>
            </a:extLst>
          </p:cNvPr>
          <p:cNvSpPr/>
          <p:nvPr/>
        </p:nvSpPr>
        <p:spPr>
          <a:xfrm>
            <a:off x="5336489" y="124888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7AFAFC0-B019-D03A-0B60-3BA9D2DB660F}"/>
              </a:ext>
            </a:extLst>
          </p:cNvPr>
          <p:cNvSpPr/>
          <p:nvPr/>
        </p:nvSpPr>
        <p:spPr>
          <a:xfrm>
            <a:off x="5441727" y="242094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CFDA698-1F62-0FAA-B3B6-69BEC8404830}"/>
              </a:ext>
            </a:extLst>
          </p:cNvPr>
          <p:cNvSpPr/>
          <p:nvPr/>
        </p:nvSpPr>
        <p:spPr>
          <a:xfrm>
            <a:off x="6075948" y="241692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D55DDA-3669-3C35-EF19-3E7564E95795}"/>
              </a:ext>
            </a:extLst>
          </p:cNvPr>
          <p:cNvSpPr/>
          <p:nvPr/>
        </p:nvSpPr>
        <p:spPr>
          <a:xfrm>
            <a:off x="5365528" y="224553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217A1CD-9330-23E6-D755-5692CD869D47}"/>
              </a:ext>
            </a:extLst>
          </p:cNvPr>
          <p:cNvSpPr/>
          <p:nvPr/>
        </p:nvSpPr>
        <p:spPr>
          <a:xfrm>
            <a:off x="5451308" y="134806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E62807-5813-64E2-DCEB-3C36380F4563}"/>
              </a:ext>
            </a:extLst>
          </p:cNvPr>
          <p:cNvSpPr/>
          <p:nvPr/>
        </p:nvSpPr>
        <p:spPr>
          <a:xfrm>
            <a:off x="5443089" y="1493310"/>
            <a:ext cx="802925" cy="523621"/>
          </a:xfrm>
          <a:prstGeom prst="rect">
            <a:avLst/>
          </a:prstGeom>
          <a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0529" t="-42815" r="-10529" b="-4281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541789-6AD3-B2E7-D42C-21DE72759E13}"/>
              </a:ext>
            </a:extLst>
          </p:cNvPr>
          <p:cNvSpPr/>
          <p:nvPr/>
        </p:nvSpPr>
        <p:spPr>
          <a:xfrm>
            <a:off x="5363368" y="203954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</p:spTree>
    <p:extLst>
      <p:ext uri="{BB962C8B-B14F-4D97-AF65-F5344CB8AC3E}">
        <p14:creationId xmlns:p14="http://schemas.microsoft.com/office/powerpoint/2010/main" val="4031706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76079-7E5D-A28E-C3FB-EF1CA6296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C27ECB-A5FD-DE3A-4BCF-48A77BC59BA2}"/>
              </a:ext>
            </a:extLst>
          </p:cNvPr>
          <p:cNvSpPr/>
          <p:nvPr/>
        </p:nvSpPr>
        <p:spPr>
          <a:xfrm>
            <a:off x="-72571" y="-42873"/>
            <a:ext cx="7006771" cy="518844"/>
          </a:xfrm>
          <a:prstGeom prst="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6E65D91E-C6CF-D9D9-69B4-2F53F3CA68FE}"/>
              </a:ext>
            </a:extLst>
          </p:cNvPr>
          <p:cNvSpPr/>
          <p:nvPr/>
        </p:nvSpPr>
        <p:spPr>
          <a:xfrm>
            <a:off x="1650206" y="110326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1AE3BF-45C4-FE94-4B50-350F8A99F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95" y="-203104"/>
            <a:ext cx="867300" cy="867300"/>
          </a:xfrm>
          <a:prstGeom prst="rect">
            <a:avLst/>
          </a:prstGeom>
        </p:spPr>
      </p:pic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49547C0B-0136-E4F4-EE9D-7F6A9BEAE330}"/>
              </a:ext>
            </a:extLst>
          </p:cNvPr>
          <p:cNvSpPr/>
          <p:nvPr/>
        </p:nvSpPr>
        <p:spPr>
          <a:xfrm>
            <a:off x="4136231" y="110330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402BBE-2D4E-A96B-026E-265E2308FDA6}"/>
              </a:ext>
            </a:extLst>
          </p:cNvPr>
          <p:cNvSpPr/>
          <p:nvPr/>
        </p:nvSpPr>
        <p:spPr>
          <a:xfrm>
            <a:off x="1975247" y="110327"/>
            <a:ext cx="2407444" cy="2409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27CBA7-5D69-A849-E7D5-8DCB018D2278}"/>
              </a:ext>
            </a:extLst>
          </p:cNvPr>
          <p:cNvSpPr txBox="1"/>
          <p:nvPr/>
        </p:nvSpPr>
        <p:spPr>
          <a:xfrm>
            <a:off x="1735931" y="123206"/>
            <a:ext cx="48577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>
                <a:solidFill>
                  <a:schemeClr val="bg1">
                    <a:lumMod val="50000"/>
                  </a:schemeClr>
                </a:solidFill>
              </a:rPr>
              <a:t>Search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0B9F74-FEF3-825C-6CF2-AEE86E2A9B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789" y="178711"/>
            <a:ext cx="114300" cy="114300"/>
          </a:xfrm>
          <a:prstGeom prst="rect">
            <a:avLst/>
          </a:prstGeom>
        </p:spPr>
      </p:pic>
      <p:pic>
        <p:nvPicPr>
          <p:cNvPr id="13" name="Picture 12">
            <a:hlinkClick r:id="rId4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5661B78A-437E-6D5C-18B7-2C4BC8AA4A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124" y="166580"/>
            <a:ext cx="175426" cy="1754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4BBD8E3-224B-962C-E0EA-0B5CA4D6E7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975" y="153571"/>
            <a:ext cx="191297" cy="188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3A03BA0-6964-F505-8B77-AA92A8DE5F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593" y="147861"/>
            <a:ext cx="195732" cy="195732"/>
          </a:xfrm>
          <a:prstGeom prst="rect">
            <a:avLst/>
          </a:prstGeom>
        </p:spPr>
      </p:pic>
      <p:pic>
        <p:nvPicPr>
          <p:cNvPr id="16" name="Picture 15">
            <a:hlinkClick r:id="rId9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D6CCB4E3-208F-2FFE-467E-29A413D3156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16" y="114028"/>
            <a:ext cx="246459" cy="246459"/>
          </a:xfrm>
          <a:prstGeom prst="rect">
            <a:avLst/>
          </a:prstGeom>
        </p:spPr>
      </p:pic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7137C030-2D55-EB46-0BBD-6BD07F08B0DF}"/>
              </a:ext>
            </a:extLst>
          </p:cNvPr>
          <p:cNvSpPr/>
          <p:nvPr/>
        </p:nvSpPr>
        <p:spPr>
          <a:xfrm>
            <a:off x="-72571" y="8284021"/>
            <a:ext cx="7006771" cy="1999349"/>
          </a:xfrm>
          <a:prstGeom prst="round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0C7975A1-29D7-88DF-1F61-9B012D9ADFF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516" y="8269121"/>
            <a:ext cx="1668550" cy="1668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8D4F86-E4CA-A1C4-4D76-1C0E49E49822}"/>
              </a:ext>
            </a:extLst>
          </p:cNvPr>
          <p:cNvSpPr txBox="1"/>
          <p:nvPr/>
        </p:nvSpPr>
        <p:spPr>
          <a:xfrm>
            <a:off x="678266" y="8505808"/>
            <a:ext cx="131881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CUSTOMER SERVICE</a:t>
            </a:r>
          </a:p>
          <a:p>
            <a:endParaRPr lang="en-PH" sz="12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Cancellation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Delivery</a:t>
            </a:r>
          </a:p>
          <a:p>
            <a:r>
              <a:rPr lang="en-PH" sz="600" dirty="0">
                <a:solidFill>
                  <a:schemeClr val="bg1"/>
                </a:solidFill>
              </a:rPr>
              <a:t>Order Verification</a:t>
            </a:r>
          </a:p>
          <a:p>
            <a:r>
              <a:rPr lang="en-PH" sz="600" dirty="0">
                <a:solidFill>
                  <a:schemeClr val="bg1"/>
                </a:solidFill>
              </a:rPr>
              <a:t>Payment 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Privacy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Terms and Conditions</a:t>
            </a:r>
          </a:p>
          <a:p>
            <a:r>
              <a:rPr lang="en-PH" sz="600" dirty="0">
                <a:solidFill>
                  <a:schemeClr val="bg1"/>
                </a:solidFill>
              </a:rPr>
              <a:t>Warranty</a:t>
            </a:r>
            <a:endParaRPr lang="en-PH" sz="11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2D5F7E-3069-FEB7-AA08-E42772A32C20}"/>
              </a:ext>
            </a:extLst>
          </p:cNvPr>
          <p:cNvSpPr txBox="1"/>
          <p:nvPr/>
        </p:nvSpPr>
        <p:spPr>
          <a:xfrm>
            <a:off x="1996061" y="8505808"/>
            <a:ext cx="1318813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COMPANY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Careers</a:t>
            </a:r>
          </a:p>
          <a:p>
            <a:r>
              <a:rPr lang="en-PH" sz="600" dirty="0">
                <a:solidFill>
                  <a:schemeClr val="bg1"/>
                </a:solidFill>
              </a:rPr>
              <a:t>Contact Us</a:t>
            </a:r>
          </a:p>
          <a:p>
            <a:r>
              <a:rPr lang="en-PH" sz="600" dirty="0">
                <a:solidFill>
                  <a:schemeClr val="bg1"/>
                </a:solidFill>
              </a:rPr>
              <a:t>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News and Articles</a:t>
            </a:r>
          </a:p>
          <a:p>
            <a:r>
              <a:rPr lang="en-PH" sz="600" dirty="0">
                <a:solidFill>
                  <a:schemeClr val="bg1"/>
                </a:solidFill>
              </a:rPr>
              <a:t>Our Company</a:t>
            </a:r>
          </a:p>
          <a:p>
            <a:r>
              <a:rPr lang="en-PH" sz="600" dirty="0">
                <a:solidFill>
                  <a:schemeClr val="bg1"/>
                </a:solidFill>
              </a:rPr>
              <a:t>Reviews</a:t>
            </a:r>
          </a:p>
          <a:p>
            <a:r>
              <a:rPr lang="en-PH" sz="600" dirty="0">
                <a:solidFill>
                  <a:schemeClr val="bg1"/>
                </a:solidFill>
              </a:rPr>
              <a:t>Store Locations</a:t>
            </a:r>
            <a:endParaRPr lang="en-PH" sz="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A37AB3-F415-8F20-78F4-1215E733F9C7}"/>
              </a:ext>
            </a:extLst>
          </p:cNvPr>
          <p:cNvSpPr txBox="1"/>
          <p:nvPr/>
        </p:nvSpPr>
        <p:spPr>
          <a:xfrm>
            <a:off x="3000937" y="8508634"/>
            <a:ext cx="131881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LINKS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Gadget Spot Corporate</a:t>
            </a:r>
          </a:p>
          <a:p>
            <a:r>
              <a:rPr lang="en-PH" sz="600" dirty="0">
                <a:solidFill>
                  <a:schemeClr val="bg1"/>
                </a:solidFill>
              </a:rPr>
              <a:t>Gadget Spot Community</a:t>
            </a:r>
          </a:p>
          <a:p>
            <a:r>
              <a:rPr lang="en-PH" sz="600" dirty="0">
                <a:solidFill>
                  <a:schemeClr val="bg1"/>
                </a:solidFill>
              </a:rPr>
              <a:t>Lazada Official Store</a:t>
            </a:r>
          </a:p>
          <a:p>
            <a:r>
              <a:rPr lang="en-PH" sz="600" dirty="0">
                <a:solidFill>
                  <a:schemeClr val="bg1"/>
                </a:solidFill>
              </a:rPr>
              <a:t>Shopee Official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C2C3CA-A165-93B7-0F90-DDFD67633B28}"/>
              </a:ext>
            </a:extLst>
          </p:cNvPr>
          <p:cNvSpPr txBox="1"/>
          <p:nvPr/>
        </p:nvSpPr>
        <p:spPr>
          <a:xfrm>
            <a:off x="2808861" y="9712247"/>
            <a:ext cx="1362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50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©2026 Gadget SPOT. ALL RIGHTS RESERVED</a:t>
            </a:r>
            <a:endParaRPr lang="en-PH" sz="5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3764ECD-5D0D-AFB2-80CB-BBBEDA90EBB7}"/>
              </a:ext>
            </a:extLst>
          </p:cNvPr>
          <p:cNvSpPr txBox="1"/>
          <p:nvPr/>
        </p:nvSpPr>
        <p:spPr>
          <a:xfrm>
            <a:off x="549876" y="758739"/>
            <a:ext cx="17203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0070C0"/>
                </a:solidFill>
                <a:latin typeface="Franklin Gothic Demi" panose="020B0703020102020204" pitchFamily="34" charset="0"/>
                <a:hlinkClick r:id="rId12" action="ppaction://hlinksldjump">
                  <a:snd r:embed="rId5" name="click.wav"/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PRODUCTS</a:t>
            </a:r>
            <a:r>
              <a:rPr lang="en-US" sz="900" dirty="0">
                <a:latin typeface="Franklin Gothic Demi" panose="020B0703020102020204" pitchFamily="34" charset="0"/>
              </a:rPr>
              <a:t> &gt; </a:t>
            </a:r>
            <a:r>
              <a:rPr lang="en-US" sz="900" b="1" u="sng" dirty="0">
                <a:latin typeface="Franklin Gothic Demi" panose="020B0703020102020204" pitchFamily="34" charset="0"/>
              </a:rPr>
              <a:t>POWER SUPPLY </a:t>
            </a:r>
            <a:endParaRPr lang="en-PH" sz="900" b="1" u="sng" dirty="0">
              <a:latin typeface="Franklin Gothic Demi" panose="020B0703020102020204" pitchFamily="34" charset="0"/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A19D61A3-5DA4-87F6-F2E5-00F54760B0E5}"/>
              </a:ext>
            </a:extLst>
          </p:cNvPr>
          <p:cNvSpPr/>
          <p:nvPr/>
        </p:nvSpPr>
        <p:spPr>
          <a:xfrm>
            <a:off x="2974058" y="125059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00A1E89D-B9A9-6F7F-58C4-FB1394F33688}"/>
              </a:ext>
            </a:extLst>
          </p:cNvPr>
          <p:cNvSpPr/>
          <p:nvPr/>
        </p:nvSpPr>
        <p:spPr>
          <a:xfrm>
            <a:off x="3079296" y="242265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2ECB7B82-9A61-E894-86EC-E85A25FDADB1}"/>
              </a:ext>
            </a:extLst>
          </p:cNvPr>
          <p:cNvSpPr/>
          <p:nvPr/>
        </p:nvSpPr>
        <p:spPr>
          <a:xfrm>
            <a:off x="3713517" y="241863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317EB4E-189D-1CD6-CF65-3611190681AD}"/>
              </a:ext>
            </a:extLst>
          </p:cNvPr>
          <p:cNvSpPr/>
          <p:nvPr/>
        </p:nvSpPr>
        <p:spPr>
          <a:xfrm>
            <a:off x="3003097" y="224724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44D1C64F-ED2F-446C-41AE-D5CBEC966108}"/>
              </a:ext>
            </a:extLst>
          </p:cNvPr>
          <p:cNvSpPr/>
          <p:nvPr/>
        </p:nvSpPr>
        <p:spPr>
          <a:xfrm>
            <a:off x="3088877" y="134977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5B9D562-5DE6-DF7B-2CB8-B457D153C493}"/>
              </a:ext>
            </a:extLst>
          </p:cNvPr>
          <p:cNvSpPr/>
          <p:nvPr/>
        </p:nvSpPr>
        <p:spPr>
          <a:xfrm>
            <a:off x="3080658" y="1495020"/>
            <a:ext cx="802925" cy="523621"/>
          </a:xfrm>
          <a:prstGeom prst="rect">
            <a:avLst/>
          </a:prstGeom>
          <a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0529" t="-32503" r="-10529" b="-3250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899B606-5FFC-000A-BB72-E2EB4EA4DC9A}"/>
              </a:ext>
            </a:extLst>
          </p:cNvPr>
          <p:cNvSpPr/>
          <p:nvPr/>
        </p:nvSpPr>
        <p:spPr>
          <a:xfrm>
            <a:off x="3000937" y="204125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358A984E-8017-17E2-2C6A-D7A2E13EB001}"/>
              </a:ext>
            </a:extLst>
          </p:cNvPr>
          <p:cNvSpPr/>
          <p:nvPr/>
        </p:nvSpPr>
        <p:spPr>
          <a:xfrm>
            <a:off x="4150745" y="124888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A212B7AA-9157-937B-B3D9-AE24E048DA06}"/>
              </a:ext>
            </a:extLst>
          </p:cNvPr>
          <p:cNvSpPr/>
          <p:nvPr/>
        </p:nvSpPr>
        <p:spPr>
          <a:xfrm>
            <a:off x="4255983" y="242094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2F4E7FDC-CCE9-A574-129A-36D3672C252A}"/>
              </a:ext>
            </a:extLst>
          </p:cNvPr>
          <p:cNvSpPr/>
          <p:nvPr/>
        </p:nvSpPr>
        <p:spPr>
          <a:xfrm>
            <a:off x="4890204" y="241692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5240205-D565-7397-B07D-E41EE53902DC}"/>
              </a:ext>
            </a:extLst>
          </p:cNvPr>
          <p:cNvSpPr/>
          <p:nvPr/>
        </p:nvSpPr>
        <p:spPr>
          <a:xfrm>
            <a:off x="4179784" y="224553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950E774E-930B-AD71-71E4-80D0FE709B8A}"/>
              </a:ext>
            </a:extLst>
          </p:cNvPr>
          <p:cNvSpPr/>
          <p:nvPr/>
        </p:nvSpPr>
        <p:spPr>
          <a:xfrm>
            <a:off x="4265564" y="134806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451A828-1D30-70DE-EAF4-F2FBF44095C3}"/>
              </a:ext>
            </a:extLst>
          </p:cNvPr>
          <p:cNvSpPr/>
          <p:nvPr/>
        </p:nvSpPr>
        <p:spPr>
          <a:xfrm>
            <a:off x="4257345" y="1493310"/>
            <a:ext cx="802925" cy="523621"/>
          </a:xfrm>
          <a:prstGeom prst="rect">
            <a:avLst/>
          </a:prstGeom>
          <a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804" t="-32503" r="-3804" b="-3250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4986FE5-9A0C-C651-0DC8-47E138C57ACA}"/>
              </a:ext>
            </a:extLst>
          </p:cNvPr>
          <p:cNvSpPr/>
          <p:nvPr/>
        </p:nvSpPr>
        <p:spPr>
          <a:xfrm>
            <a:off x="4177624" y="203954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DCC032B1-C52E-A9DE-B4BE-B51FE9F7E80F}"/>
              </a:ext>
            </a:extLst>
          </p:cNvPr>
          <p:cNvSpPr/>
          <p:nvPr/>
        </p:nvSpPr>
        <p:spPr>
          <a:xfrm>
            <a:off x="5318477" y="1239995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7389DC79-6FC8-7588-F403-E5B612B7579D}"/>
              </a:ext>
            </a:extLst>
          </p:cNvPr>
          <p:cNvSpPr/>
          <p:nvPr/>
        </p:nvSpPr>
        <p:spPr>
          <a:xfrm>
            <a:off x="5423715" y="2412058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6660B398-F5C7-ACA2-028C-D4753E83F2AB}"/>
              </a:ext>
            </a:extLst>
          </p:cNvPr>
          <p:cNvSpPr/>
          <p:nvPr/>
        </p:nvSpPr>
        <p:spPr>
          <a:xfrm>
            <a:off x="6057936" y="2408034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A0252F02-6EE0-9D9D-C495-7CDBAA058F08}"/>
              </a:ext>
            </a:extLst>
          </p:cNvPr>
          <p:cNvSpPr/>
          <p:nvPr/>
        </p:nvSpPr>
        <p:spPr>
          <a:xfrm>
            <a:off x="5347516" y="2236645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73B88A39-277D-D68E-4EFB-31B8F7F6996F}"/>
              </a:ext>
            </a:extLst>
          </p:cNvPr>
          <p:cNvSpPr/>
          <p:nvPr/>
        </p:nvSpPr>
        <p:spPr>
          <a:xfrm>
            <a:off x="5433296" y="1339173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CAFAB83-C375-01FE-7148-FFFA7233EA5F}"/>
              </a:ext>
            </a:extLst>
          </p:cNvPr>
          <p:cNvSpPr/>
          <p:nvPr/>
        </p:nvSpPr>
        <p:spPr>
          <a:xfrm>
            <a:off x="5425077" y="1484423"/>
            <a:ext cx="802925" cy="523621"/>
          </a:xfrm>
          <a:prstGeom prst="rect">
            <a:avLst/>
          </a:prstGeom>
          <a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5164" t="-18752" r="5164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B5F56F1C-5671-DF07-F207-A8AAAFF1BE3F}"/>
              </a:ext>
            </a:extLst>
          </p:cNvPr>
          <p:cNvSpPr/>
          <p:nvPr/>
        </p:nvSpPr>
        <p:spPr>
          <a:xfrm>
            <a:off x="5345356" y="2030659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B259AAE6-4D12-4940-CD15-EB284CCC96BF}"/>
              </a:ext>
            </a:extLst>
          </p:cNvPr>
          <p:cNvSpPr/>
          <p:nvPr/>
        </p:nvSpPr>
        <p:spPr>
          <a:xfrm>
            <a:off x="1801241" y="1238096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7216CF10-6C17-A026-E1F7-EA26A2E81C23}"/>
              </a:ext>
            </a:extLst>
          </p:cNvPr>
          <p:cNvSpPr/>
          <p:nvPr/>
        </p:nvSpPr>
        <p:spPr>
          <a:xfrm>
            <a:off x="1906479" y="2410159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DB7CB6AD-2023-55D5-F94D-EE741A859AF8}"/>
              </a:ext>
            </a:extLst>
          </p:cNvPr>
          <p:cNvSpPr/>
          <p:nvPr/>
        </p:nvSpPr>
        <p:spPr>
          <a:xfrm>
            <a:off x="2540700" y="2406135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74F400E-BC31-4B83-08E0-D820DF55AF02}"/>
              </a:ext>
            </a:extLst>
          </p:cNvPr>
          <p:cNvSpPr/>
          <p:nvPr/>
        </p:nvSpPr>
        <p:spPr>
          <a:xfrm>
            <a:off x="1830280" y="2234746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54948F75-0F3F-9D79-F3A0-04D708CF974B}"/>
              </a:ext>
            </a:extLst>
          </p:cNvPr>
          <p:cNvSpPr/>
          <p:nvPr/>
        </p:nvSpPr>
        <p:spPr>
          <a:xfrm>
            <a:off x="1916060" y="1337274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C5F9A69A-9628-E9BB-7FC4-A0E8F30015E5}"/>
              </a:ext>
            </a:extLst>
          </p:cNvPr>
          <p:cNvSpPr/>
          <p:nvPr/>
        </p:nvSpPr>
        <p:spPr>
          <a:xfrm>
            <a:off x="1907841" y="1482524"/>
            <a:ext cx="802925" cy="523621"/>
          </a:xfrm>
          <a:prstGeom prst="rect">
            <a:avLst/>
          </a:prstGeom>
          <a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2922" t="-15315" r="2922" b="-1531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4BC82782-C0A6-534B-7F27-617C53B3D2C9}"/>
              </a:ext>
            </a:extLst>
          </p:cNvPr>
          <p:cNvSpPr/>
          <p:nvPr/>
        </p:nvSpPr>
        <p:spPr>
          <a:xfrm>
            <a:off x="1828120" y="2028760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92C41C55-231D-01AD-FC18-195B5B81DE0F}"/>
              </a:ext>
            </a:extLst>
          </p:cNvPr>
          <p:cNvSpPr/>
          <p:nvPr/>
        </p:nvSpPr>
        <p:spPr>
          <a:xfrm>
            <a:off x="615719" y="123822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02E653BA-5572-BC46-3143-0975D2FB9B81}"/>
              </a:ext>
            </a:extLst>
          </p:cNvPr>
          <p:cNvSpPr/>
          <p:nvPr/>
        </p:nvSpPr>
        <p:spPr>
          <a:xfrm>
            <a:off x="720957" y="241028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FE7978B0-95BA-1F7C-5F95-477FE1E778E8}"/>
              </a:ext>
            </a:extLst>
          </p:cNvPr>
          <p:cNvSpPr/>
          <p:nvPr/>
        </p:nvSpPr>
        <p:spPr>
          <a:xfrm>
            <a:off x="1355178" y="240625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EEBF1D7-426A-82AA-64B2-0FA4011A6781}"/>
              </a:ext>
            </a:extLst>
          </p:cNvPr>
          <p:cNvSpPr/>
          <p:nvPr/>
        </p:nvSpPr>
        <p:spPr>
          <a:xfrm>
            <a:off x="644758" y="223487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B5B0E75D-761A-A8BD-575D-F80CAA4B5964}"/>
              </a:ext>
            </a:extLst>
          </p:cNvPr>
          <p:cNvSpPr/>
          <p:nvPr/>
        </p:nvSpPr>
        <p:spPr>
          <a:xfrm>
            <a:off x="730538" y="133739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AD65DBF-DC81-8062-4C72-6589EAD1A8CB}"/>
              </a:ext>
            </a:extLst>
          </p:cNvPr>
          <p:cNvSpPr/>
          <p:nvPr/>
        </p:nvSpPr>
        <p:spPr>
          <a:xfrm>
            <a:off x="722319" y="1482648"/>
            <a:ext cx="802925" cy="523621"/>
          </a:xfrm>
          <a:prstGeom prst="rect">
            <a:avLst/>
          </a:prstGeom>
          <a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8287" t="-25627" r="-8287" b="-2562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D05C4CE-DD52-D732-A052-C31EF3E9E96E}"/>
              </a:ext>
            </a:extLst>
          </p:cNvPr>
          <p:cNvSpPr/>
          <p:nvPr/>
        </p:nvSpPr>
        <p:spPr>
          <a:xfrm>
            <a:off x="642598" y="202888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A5F1FA1-42F1-413F-1BE0-207946394851}"/>
              </a:ext>
            </a:extLst>
          </p:cNvPr>
          <p:cNvSpPr/>
          <p:nvPr/>
        </p:nvSpPr>
        <p:spPr>
          <a:xfrm>
            <a:off x="2974058" y="299217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2BDC03C-328D-EF2D-5334-2966E6C76587}"/>
              </a:ext>
            </a:extLst>
          </p:cNvPr>
          <p:cNvSpPr/>
          <p:nvPr/>
        </p:nvSpPr>
        <p:spPr>
          <a:xfrm>
            <a:off x="3079296" y="416423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EC0C7B7-2A2C-A03D-7FB0-68341582F44A}"/>
              </a:ext>
            </a:extLst>
          </p:cNvPr>
          <p:cNvSpPr/>
          <p:nvPr/>
        </p:nvSpPr>
        <p:spPr>
          <a:xfrm>
            <a:off x="3713517" y="416020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7CE4FEE-9D79-E0ED-92D0-D07047D05C09}"/>
              </a:ext>
            </a:extLst>
          </p:cNvPr>
          <p:cNvSpPr/>
          <p:nvPr/>
        </p:nvSpPr>
        <p:spPr>
          <a:xfrm>
            <a:off x="3003097" y="398882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D1B525F-1B51-CB77-90C4-1CC41E296CFB}"/>
              </a:ext>
            </a:extLst>
          </p:cNvPr>
          <p:cNvSpPr/>
          <p:nvPr/>
        </p:nvSpPr>
        <p:spPr>
          <a:xfrm>
            <a:off x="3088877" y="309134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C5747E8-AAA2-B089-0C9F-CD5F09EDCB23}"/>
              </a:ext>
            </a:extLst>
          </p:cNvPr>
          <p:cNvSpPr/>
          <p:nvPr/>
        </p:nvSpPr>
        <p:spPr>
          <a:xfrm>
            <a:off x="3080658" y="3236598"/>
            <a:ext cx="802925" cy="523621"/>
          </a:xfrm>
          <a:prstGeom prst="rect">
            <a:avLst/>
          </a:prstGeom>
          <a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804" t="-22190" r="-3804" b="-2219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65C7366-5FFB-F339-38B2-B0F069D83221}"/>
              </a:ext>
            </a:extLst>
          </p:cNvPr>
          <p:cNvSpPr/>
          <p:nvPr/>
        </p:nvSpPr>
        <p:spPr>
          <a:xfrm>
            <a:off x="3000937" y="378283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5BD307DA-9C34-00A4-6BD5-9DA7ADC9C58C}"/>
              </a:ext>
            </a:extLst>
          </p:cNvPr>
          <p:cNvSpPr/>
          <p:nvPr/>
        </p:nvSpPr>
        <p:spPr>
          <a:xfrm>
            <a:off x="4150745" y="299046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0F6CA57F-D1D5-E228-A61F-84B872A318CE}"/>
              </a:ext>
            </a:extLst>
          </p:cNvPr>
          <p:cNvSpPr/>
          <p:nvPr/>
        </p:nvSpPr>
        <p:spPr>
          <a:xfrm>
            <a:off x="4255983" y="416252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AA6969C9-7139-A7D2-01E0-9A798906F625}"/>
              </a:ext>
            </a:extLst>
          </p:cNvPr>
          <p:cNvSpPr/>
          <p:nvPr/>
        </p:nvSpPr>
        <p:spPr>
          <a:xfrm>
            <a:off x="4890204" y="415849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A098D08-AFF9-DF19-A1C7-547FA208924A}"/>
              </a:ext>
            </a:extLst>
          </p:cNvPr>
          <p:cNvSpPr/>
          <p:nvPr/>
        </p:nvSpPr>
        <p:spPr>
          <a:xfrm>
            <a:off x="4179784" y="398711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2BD09BD4-A1C2-548A-88DC-84F82FDB5C2B}"/>
              </a:ext>
            </a:extLst>
          </p:cNvPr>
          <p:cNvSpPr/>
          <p:nvPr/>
        </p:nvSpPr>
        <p:spPr>
          <a:xfrm>
            <a:off x="4265564" y="308963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C9E6273-CF60-FC75-0877-1AE4B31160FD}"/>
              </a:ext>
            </a:extLst>
          </p:cNvPr>
          <p:cNvSpPr/>
          <p:nvPr/>
        </p:nvSpPr>
        <p:spPr>
          <a:xfrm>
            <a:off x="4257345" y="3234888"/>
            <a:ext cx="802925" cy="523621"/>
          </a:xfrm>
          <a:prstGeom prst="rect">
            <a:avLst/>
          </a:prstGeom>
          <a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2770" t="-46253" r="-12770" b="-4625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5DA8740-3938-DF72-C054-D262E125E8BD}"/>
              </a:ext>
            </a:extLst>
          </p:cNvPr>
          <p:cNvSpPr/>
          <p:nvPr/>
        </p:nvSpPr>
        <p:spPr>
          <a:xfrm>
            <a:off x="4177624" y="378112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6B0A8AAD-23A0-715A-776E-9ED96D2A049A}"/>
              </a:ext>
            </a:extLst>
          </p:cNvPr>
          <p:cNvSpPr/>
          <p:nvPr/>
        </p:nvSpPr>
        <p:spPr>
          <a:xfrm>
            <a:off x="5318477" y="298157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BEA09D23-C1DF-2311-382E-775DBE941AE9}"/>
              </a:ext>
            </a:extLst>
          </p:cNvPr>
          <p:cNvSpPr/>
          <p:nvPr/>
        </p:nvSpPr>
        <p:spPr>
          <a:xfrm>
            <a:off x="5423715" y="415363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66EF9DFA-B03A-EFDA-6E70-B35CA399D32C}"/>
              </a:ext>
            </a:extLst>
          </p:cNvPr>
          <p:cNvSpPr/>
          <p:nvPr/>
        </p:nvSpPr>
        <p:spPr>
          <a:xfrm>
            <a:off x="6057936" y="414961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B23AC5E5-6C2C-8681-9966-12B8DD1799C3}"/>
              </a:ext>
            </a:extLst>
          </p:cNvPr>
          <p:cNvSpPr/>
          <p:nvPr/>
        </p:nvSpPr>
        <p:spPr>
          <a:xfrm>
            <a:off x="5347516" y="397822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A95B39CC-8C67-F730-5D59-3A0E69753EEE}"/>
              </a:ext>
            </a:extLst>
          </p:cNvPr>
          <p:cNvSpPr/>
          <p:nvPr/>
        </p:nvSpPr>
        <p:spPr>
          <a:xfrm>
            <a:off x="5433296" y="308075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C20444F9-7C24-3FCD-A705-1CDFC6D5F795}"/>
              </a:ext>
            </a:extLst>
          </p:cNvPr>
          <p:cNvSpPr/>
          <p:nvPr/>
        </p:nvSpPr>
        <p:spPr>
          <a:xfrm>
            <a:off x="5425077" y="3226001"/>
            <a:ext cx="802925" cy="523621"/>
          </a:xfrm>
          <a:prstGeom prst="rect">
            <a:avLst/>
          </a:prstGeom>
          <a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804" t="-32503" r="-3804" b="-3250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AA3F102-E6AE-1CA3-9869-C83CDCFE669E}"/>
              </a:ext>
            </a:extLst>
          </p:cNvPr>
          <p:cNvSpPr/>
          <p:nvPr/>
        </p:nvSpPr>
        <p:spPr>
          <a:xfrm>
            <a:off x="5345356" y="377223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840CBF67-9712-76EA-3C10-79C8E9380623}"/>
              </a:ext>
            </a:extLst>
          </p:cNvPr>
          <p:cNvSpPr/>
          <p:nvPr/>
        </p:nvSpPr>
        <p:spPr>
          <a:xfrm>
            <a:off x="1801241" y="2979674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A64F7668-32BF-FBC8-F59F-3A499D44F47C}"/>
              </a:ext>
            </a:extLst>
          </p:cNvPr>
          <p:cNvSpPr/>
          <p:nvPr/>
        </p:nvSpPr>
        <p:spPr>
          <a:xfrm>
            <a:off x="1906479" y="4151737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E2635BDD-7585-AD25-145D-C2A202D527AC}"/>
              </a:ext>
            </a:extLst>
          </p:cNvPr>
          <p:cNvSpPr/>
          <p:nvPr/>
        </p:nvSpPr>
        <p:spPr>
          <a:xfrm>
            <a:off x="2540700" y="4147713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A4273554-8B77-6748-931B-C8AEF5BF309F}"/>
              </a:ext>
            </a:extLst>
          </p:cNvPr>
          <p:cNvSpPr/>
          <p:nvPr/>
        </p:nvSpPr>
        <p:spPr>
          <a:xfrm>
            <a:off x="1830280" y="3976324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E9321460-57DF-1BB6-92D0-F74FE2C359D3}"/>
              </a:ext>
            </a:extLst>
          </p:cNvPr>
          <p:cNvSpPr/>
          <p:nvPr/>
        </p:nvSpPr>
        <p:spPr>
          <a:xfrm>
            <a:off x="1916060" y="3078852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0E105187-D4E7-69BF-35B5-D72738E4389B}"/>
              </a:ext>
            </a:extLst>
          </p:cNvPr>
          <p:cNvSpPr/>
          <p:nvPr/>
        </p:nvSpPr>
        <p:spPr>
          <a:xfrm>
            <a:off x="1907841" y="3224102"/>
            <a:ext cx="802925" cy="523621"/>
          </a:xfrm>
          <a:prstGeom prst="rect">
            <a:avLst/>
          </a:prstGeom>
          <a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8287" t="-18752" r="-8287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BAD602E8-1E8F-4BAA-3B37-BB879B4F39E9}"/>
              </a:ext>
            </a:extLst>
          </p:cNvPr>
          <p:cNvSpPr/>
          <p:nvPr/>
        </p:nvSpPr>
        <p:spPr>
          <a:xfrm>
            <a:off x="1828120" y="3770338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64536477-9E46-6C68-9C02-971CA5CBD14D}"/>
              </a:ext>
            </a:extLst>
          </p:cNvPr>
          <p:cNvSpPr/>
          <p:nvPr/>
        </p:nvSpPr>
        <p:spPr>
          <a:xfrm>
            <a:off x="615719" y="2979798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23A4CE2D-9705-C52B-A211-F0D096F9798C}"/>
              </a:ext>
            </a:extLst>
          </p:cNvPr>
          <p:cNvSpPr/>
          <p:nvPr/>
        </p:nvSpPr>
        <p:spPr>
          <a:xfrm>
            <a:off x="720957" y="4151861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FC119892-21B0-29D8-ED3D-6BE6E742A358}"/>
              </a:ext>
            </a:extLst>
          </p:cNvPr>
          <p:cNvSpPr/>
          <p:nvPr/>
        </p:nvSpPr>
        <p:spPr>
          <a:xfrm>
            <a:off x="1355178" y="4147837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B8AC927A-A726-C68B-9570-E31714838EA2}"/>
              </a:ext>
            </a:extLst>
          </p:cNvPr>
          <p:cNvSpPr/>
          <p:nvPr/>
        </p:nvSpPr>
        <p:spPr>
          <a:xfrm>
            <a:off x="644758" y="3976448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5112CCC3-E26A-D860-8680-A76BAFDC941D}"/>
              </a:ext>
            </a:extLst>
          </p:cNvPr>
          <p:cNvSpPr/>
          <p:nvPr/>
        </p:nvSpPr>
        <p:spPr>
          <a:xfrm>
            <a:off x="730538" y="3078976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ECDB87CF-6B4A-AC42-6799-2F37E7188AAD}"/>
              </a:ext>
            </a:extLst>
          </p:cNvPr>
          <p:cNvSpPr/>
          <p:nvPr/>
        </p:nvSpPr>
        <p:spPr>
          <a:xfrm>
            <a:off x="722319" y="3224226"/>
            <a:ext cx="802925" cy="523621"/>
          </a:xfrm>
          <a:prstGeom prst="rect">
            <a:avLst/>
          </a:prstGeom>
          <a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804" t="-8439" r="-3804" b="-843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B5344268-7E73-C31E-9CBC-BE6B36461C94}"/>
              </a:ext>
            </a:extLst>
          </p:cNvPr>
          <p:cNvSpPr/>
          <p:nvPr/>
        </p:nvSpPr>
        <p:spPr>
          <a:xfrm>
            <a:off x="642598" y="3770462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F95CF5CF-D6CD-5BE4-08BA-32DDF90C8BE1}"/>
              </a:ext>
            </a:extLst>
          </p:cNvPr>
          <p:cNvSpPr/>
          <p:nvPr/>
        </p:nvSpPr>
        <p:spPr>
          <a:xfrm>
            <a:off x="2974058" y="476759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67182D50-0A79-F704-BF38-237C70A14DD1}"/>
              </a:ext>
            </a:extLst>
          </p:cNvPr>
          <p:cNvSpPr/>
          <p:nvPr/>
        </p:nvSpPr>
        <p:spPr>
          <a:xfrm>
            <a:off x="3079296" y="593965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9A5C886E-CECD-86D9-B263-62CC9A5A4908}"/>
              </a:ext>
            </a:extLst>
          </p:cNvPr>
          <p:cNvSpPr/>
          <p:nvPr/>
        </p:nvSpPr>
        <p:spPr>
          <a:xfrm>
            <a:off x="3713517" y="593563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4D0FFF85-3DB9-D489-9A4E-2186905632E4}"/>
              </a:ext>
            </a:extLst>
          </p:cNvPr>
          <p:cNvSpPr/>
          <p:nvPr/>
        </p:nvSpPr>
        <p:spPr>
          <a:xfrm>
            <a:off x="3003097" y="576424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8D22EF8F-81B4-D625-4E4C-E94107E80F04}"/>
              </a:ext>
            </a:extLst>
          </p:cNvPr>
          <p:cNvSpPr/>
          <p:nvPr/>
        </p:nvSpPr>
        <p:spPr>
          <a:xfrm>
            <a:off x="3088877" y="486677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086119AC-E0FC-7404-E684-278CA2A80EC2}"/>
              </a:ext>
            </a:extLst>
          </p:cNvPr>
          <p:cNvSpPr/>
          <p:nvPr/>
        </p:nvSpPr>
        <p:spPr>
          <a:xfrm>
            <a:off x="3080658" y="5012021"/>
            <a:ext cx="802925" cy="523621"/>
          </a:xfrm>
          <a:prstGeom prst="rect">
            <a:avLst/>
          </a:prstGeom>
          <a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804" t="-32503" r="-3804" b="-3250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BBCADDA5-5C66-79E9-F495-CC87A9EC1120}"/>
              </a:ext>
            </a:extLst>
          </p:cNvPr>
          <p:cNvSpPr/>
          <p:nvPr/>
        </p:nvSpPr>
        <p:spPr>
          <a:xfrm>
            <a:off x="3000937" y="555825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14BCEB22-33D6-CEC9-77A5-309DCE29D429}"/>
              </a:ext>
            </a:extLst>
          </p:cNvPr>
          <p:cNvSpPr/>
          <p:nvPr/>
        </p:nvSpPr>
        <p:spPr>
          <a:xfrm>
            <a:off x="1801241" y="4755097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4DC1B6CC-4ACF-ED2D-E8C1-70A02209749A}"/>
              </a:ext>
            </a:extLst>
          </p:cNvPr>
          <p:cNvSpPr/>
          <p:nvPr/>
        </p:nvSpPr>
        <p:spPr>
          <a:xfrm>
            <a:off x="1906479" y="5927160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3C8A325B-516F-576D-A453-D82C8355E4E0}"/>
              </a:ext>
            </a:extLst>
          </p:cNvPr>
          <p:cNvSpPr/>
          <p:nvPr/>
        </p:nvSpPr>
        <p:spPr>
          <a:xfrm>
            <a:off x="2540700" y="5923136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81C8E63F-4EE4-D6CB-6B8E-1795CA15ECAE}"/>
              </a:ext>
            </a:extLst>
          </p:cNvPr>
          <p:cNvSpPr/>
          <p:nvPr/>
        </p:nvSpPr>
        <p:spPr>
          <a:xfrm>
            <a:off x="1830280" y="5751747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479E147B-457C-9888-4FC5-77BA4BF12649}"/>
              </a:ext>
            </a:extLst>
          </p:cNvPr>
          <p:cNvSpPr/>
          <p:nvPr/>
        </p:nvSpPr>
        <p:spPr>
          <a:xfrm>
            <a:off x="1916060" y="4854275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8C520943-71A1-1BEA-0108-1344FEBAC2EF}"/>
              </a:ext>
            </a:extLst>
          </p:cNvPr>
          <p:cNvSpPr/>
          <p:nvPr/>
        </p:nvSpPr>
        <p:spPr>
          <a:xfrm>
            <a:off x="1907841" y="4999525"/>
            <a:ext cx="802925" cy="523621"/>
          </a:xfrm>
          <a:prstGeom prst="rect">
            <a:avLst/>
          </a:prstGeom>
          <a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804" t="-32503" r="-3804" b="-3250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FA5AD6F0-8C2C-912E-2F6C-BFBC6050552C}"/>
              </a:ext>
            </a:extLst>
          </p:cNvPr>
          <p:cNvSpPr/>
          <p:nvPr/>
        </p:nvSpPr>
        <p:spPr>
          <a:xfrm>
            <a:off x="1828120" y="5545761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0D9D5E5C-5DB4-00A6-34DC-B0071EFFC00E}"/>
              </a:ext>
            </a:extLst>
          </p:cNvPr>
          <p:cNvSpPr/>
          <p:nvPr/>
        </p:nvSpPr>
        <p:spPr>
          <a:xfrm>
            <a:off x="615719" y="4755221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AB1025EC-A9A9-9EB0-6BC2-CF7FBC447654}"/>
              </a:ext>
            </a:extLst>
          </p:cNvPr>
          <p:cNvSpPr/>
          <p:nvPr/>
        </p:nvSpPr>
        <p:spPr>
          <a:xfrm>
            <a:off x="720957" y="5927284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F83DA06E-EA88-568C-0C15-7876370030A3}"/>
              </a:ext>
            </a:extLst>
          </p:cNvPr>
          <p:cNvSpPr/>
          <p:nvPr/>
        </p:nvSpPr>
        <p:spPr>
          <a:xfrm>
            <a:off x="1355178" y="5923260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87431B20-60A7-C9FE-E918-2DCA679FD293}"/>
              </a:ext>
            </a:extLst>
          </p:cNvPr>
          <p:cNvSpPr/>
          <p:nvPr/>
        </p:nvSpPr>
        <p:spPr>
          <a:xfrm>
            <a:off x="644758" y="5751871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58A599D2-A7D3-97DB-5528-35C648E42E35}"/>
              </a:ext>
            </a:extLst>
          </p:cNvPr>
          <p:cNvSpPr/>
          <p:nvPr/>
        </p:nvSpPr>
        <p:spPr>
          <a:xfrm>
            <a:off x="730538" y="4854399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E429F503-7A0F-21CB-5D10-EC708A4EED0F}"/>
              </a:ext>
            </a:extLst>
          </p:cNvPr>
          <p:cNvSpPr/>
          <p:nvPr/>
        </p:nvSpPr>
        <p:spPr>
          <a:xfrm>
            <a:off x="722319" y="4999649"/>
            <a:ext cx="802925" cy="523621"/>
          </a:xfrm>
          <a:prstGeom prst="rect">
            <a:avLst/>
          </a:prstGeom>
          <a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804" t="-32503" r="-3804" b="-3250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A7068A65-11FB-998C-2966-993F5A385695}"/>
              </a:ext>
            </a:extLst>
          </p:cNvPr>
          <p:cNvSpPr/>
          <p:nvPr/>
        </p:nvSpPr>
        <p:spPr>
          <a:xfrm>
            <a:off x="642598" y="5545885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</p:spTree>
    <p:extLst>
      <p:ext uri="{BB962C8B-B14F-4D97-AF65-F5344CB8AC3E}">
        <p14:creationId xmlns:p14="http://schemas.microsoft.com/office/powerpoint/2010/main" val="1037246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1C68C-0FEF-2133-13FD-40B7B74E3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7376A-40F6-A29C-882D-83D3C0AE3833}"/>
              </a:ext>
            </a:extLst>
          </p:cNvPr>
          <p:cNvSpPr/>
          <p:nvPr/>
        </p:nvSpPr>
        <p:spPr>
          <a:xfrm>
            <a:off x="-72571" y="-42873"/>
            <a:ext cx="7006771" cy="518844"/>
          </a:xfrm>
          <a:prstGeom prst="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1BEA89DB-40BB-D068-3883-15BFAD213B68}"/>
              </a:ext>
            </a:extLst>
          </p:cNvPr>
          <p:cNvSpPr/>
          <p:nvPr/>
        </p:nvSpPr>
        <p:spPr>
          <a:xfrm>
            <a:off x="1650206" y="110326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17F252-93A2-8E34-C2B7-0A84E5AD1E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95" y="-203104"/>
            <a:ext cx="867300" cy="867300"/>
          </a:xfrm>
          <a:prstGeom prst="rect">
            <a:avLst/>
          </a:prstGeom>
        </p:spPr>
      </p:pic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5A17BFDD-228F-F315-BE60-121DB882E8D5}"/>
              </a:ext>
            </a:extLst>
          </p:cNvPr>
          <p:cNvSpPr/>
          <p:nvPr/>
        </p:nvSpPr>
        <p:spPr>
          <a:xfrm>
            <a:off x="4136231" y="110330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08B808-3950-F942-B09C-C1D65D44CA36}"/>
              </a:ext>
            </a:extLst>
          </p:cNvPr>
          <p:cNvSpPr/>
          <p:nvPr/>
        </p:nvSpPr>
        <p:spPr>
          <a:xfrm>
            <a:off x="1975247" y="110327"/>
            <a:ext cx="2407444" cy="2409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501E5F-A47C-6C53-055B-0CDDE0B6B847}"/>
              </a:ext>
            </a:extLst>
          </p:cNvPr>
          <p:cNvSpPr txBox="1"/>
          <p:nvPr/>
        </p:nvSpPr>
        <p:spPr>
          <a:xfrm>
            <a:off x="1735931" y="123206"/>
            <a:ext cx="48577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>
                <a:solidFill>
                  <a:schemeClr val="bg1">
                    <a:lumMod val="50000"/>
                  </a:schemeClr>
                </a:solidFill>
              </a:rPr>
              <a:t>Search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B1041F-C435-1CFD-18B1-53C152D2AA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789" y="178711"/>
            <a:ext cx="114300" cy="114300"/>
          </a:xfrm>
          <a:prstGeom prst="rect">
            <a:avLst/>
          </a:prstGeom>
        </p:spPr>
      </p:pic>
      <p:pic>
        <p:nvPicPr>
          <p:cNvPr id="13" name="Picture 12">
            <a:hlinkClick r:id="rId4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6BA8BB5C-A1CD-3934-D673-ACCDA14403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124" y="166580"/>
            <a:ext cx="175426" cy="1754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A937DAA-3227-6A98-B693-DCD9FBC66C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975" y="153571"/>
            <a:ext cx="191297" cy="188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432BB6E-93BA-8C75-2D79-B38B572CB5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593" y="147861"/>
            <a:ext cx="195732" cy="195732"/>
          </a:xfrm>
          <a:prstGeom prst="rect">
            <a:avLst/>
          </a:prstGeom>
        </p:spPr>
      </p:pic>
      <p:pic>
        <p:nvPicPr>
          <p:cNvPr id="16" name="Picture 15">
            <a:hlinkClick r:id="rId9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2E48CBF3-EE2F-DEA9-7F89-E5A20D9EC0F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16" y="114028"/>
            <a:ext cx="246459" cy="246459"/>
          </a:xfrm>
          <a:prstGeom prst="rect">
            <a:avLst/>
          </a:prstGeom>
        </p:spPr>
      </p:pic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D912F01A-A628-F0FE-58E9-F6B953484FA8}"/>
              </a:ext>
            </a:extLst>
          </p:cNvPr>
          <p:cNvSpPr/>
          <p:nvPr/>
        </p:nvSpPr>
        <p:spPr>
          <a:xfrm>
            <a:off x="-72571" y="8284021"/>
            <a:ext cx="7006771" cy="1999349"/>
          </a:xfrm>
          <a:prstGeom prst="round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6368A8A-307D-F2A9-706A-205B43A11C29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516" y="8269121"/>
            <a:ext cx="1668550" cy="1668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D6AEC8-9FC9-1E8B-3715-BB4BC724C10C}"/>
              </a:ext>
            </a:extLst>
          </p:cNvPr>
          <p:cNvSpPr txBox="1"/>
          <p:nvPr/>
        </p:nvSpPr>
        <p:spPr>
          <a:xfrm>
            <a:off x="678266" y="8505808"/>
            <a:ext cx="131881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CUSTOMER SERVICE</a:t>
            </a:r>
          </a:p>
          <a:p>
            <a:endParaRPr lang="en-PH" sz="12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Cancellation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Delivery</a:t>
            </a:r>
          </a:p>
          <a:p>
            <a:r>
              <a:rPr lang="en-PH" sz="600" dirty="0">
                <a:solidFill>
                  <a:schemeClr val="bg1"/>
                </a:solidFill>
              </a:rPr>
              <a:t>Order Verification</a:t>
            </a:r>
          </a:p>
          <a:p>
            <a:r>
              <a:rPr lang="en-PH" sz="600" dirty="0">
                <a:solidFill>
                  <a:schemeClr val="bg1"/>
                </a:solidFill>
              </a:rPr>
              <a:t>Payment 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Privacy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Terms and Conditions</a:t>
            </a:r>
          </a:p>
          <a:p>
            <a:r>
              <a:rPr lang="en-PH" sz="600" dirty="0">
                <a:solidFill>
                  <a:schemeClr val="bg1"/>
                </a:solidFill>
              </a:rPr>
              <a:t>Warranty</a:t>
            </a:r>
            <a:endParaRPr lang="en-PH" sz="11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55FB77-E46E-0919-AB6E-60E698E10D52}"/>
              </a:ext>
            </a:extLst>
          </p:cNvPr>
          <p:cNvSpPr txBox="1"/>
          <p:nvPr/>
        </p:nvSpPr>
        <p:spPr>
          <a:xfrm>
            <a:off x="1996061" y="8505808"/>
            <a:ext cx="1318813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COMPANY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Careers</a:t>
            </a:r>
          </a:p>
          <a:p>
            <a:r>
              <a:rPr lang="en-PH" sz="600" dirty="0">
                <a:solidFill>
                  <a:schemeClr val="bg1"/>
                </a:solidFill>
              </a:rPr>
              <a:t>Contact Us</a:t>
            </a:r>
          </a:p>
          <a:p>
            <a:r>
              <a:rPr lang="en-PH" sz="600" dirty="0">
                <a:solidFill>
                  <a:schemeClr val="bg1"/>
                </a:solidFill>
              </a:rPr>
              <a:t>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News and Articles</a:t>
            </a:r>
          </a:p>
          <a:p>
            <a:r>
              <a:rPr lang="en-PH" sz="600" dirty="0">
                <a:solidFill>
                  <a:schemeClr val="bg1"/>
                </a:solidFill>
              </a:rPr>
              <a:t>Our Company</a:t>
            </a:r>
          </a:p>
          <a:p>
            <a:r>
              <a:rPr lang="en-PH" sz="600" dirty="0">
                <a:solidFill>
                  <a:schemeClr val="bg1"/>
                </a:solidFill>
              </a:rPr>
              <a:t>Reviews</a:t>
            </a:r>
          </a:p>
          <a:p>
            <a:r>
              <a:rPr lang="en-PH" sz="600" dirty="0">
                <a:solidFill>
                  <a:schemeClr val="bg1"/>
                </a:solidFill>
              </a:rPr>
              <a:t>Store Locations</a:t>
            </a:r>
            <a:endParaRPr lang="en-PH" sz="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C35712-46CA-5B87-D2DC-7C78577C02B4}"/>
              </a:ext>
            </a:extLst>
          </p:cNvPr>
          <p:cNvSpPr txBox="1"/>
          <p:nvPr/>
        </p:nvSpPr>
        <p:spPr>
          <a:xfrm>
            <a:off x="3000937" y="8508634"/>
            <a:ext cx="131881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LINKS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Gadget Spot Corporate</a:t>
            </a:r>
          </a:p>
          <a:p>
            <a:r>
              <a:rPr lang="en-PH" sz="600" dirty="0">
                <a:solidFill>
                  <a:schemeClr val="bg1"/>
                </a:solidFill>
              </a:rPr>
              <a:t>Gadget Spot Community</a:t>
            </a:r>
          </a:p>
          <a:p>
            <a:r>
              <a:rPr lang="en-PH" sz="600" dirty="0">
                <a:solidFill>
                  <a:schemeClr val="bg1"/>
                </a:solidFill>
              </a:rPr>
              <a:t>Lazada Official Store</a:t>
            </a:r>
          </a:p>
          <a:p>
            <a:r>
              <a:rPr lang="en-PH" sz="600" dirty="0">
                <a:solidFill>
                  <a:schemeClr val="bg1"/>
                </a:solidFill>
              </a:rPr>
              <a:t>Shopee Official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6C1CE7-68B4-49C2-4FF6-80554CFA9571}"/>
              </a:ext>
            </a:extLst>
          </p:cNvPr>
          <p:cNvSpPr txBox="1"/>
          <p:nvPr/>
        </p:nvSpPr>
        <p:spPr>
          <a:xfrm>
            <a:off x="2808861" y="9712247"/>
            <a:ext cx="1362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50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©2026 Gadget SPOT. ALL RIGHTS RESERVED</a:t>
            </a:r>
            <a:endParaRPr lang="en-PH" sz="5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64EB7FF-8688-C518-597A-88B55EA0115C}"/>
              </a:ext>
            </a:extLst>
          </p:cNvPr>
          <p:cNvSpPr txBox="1"/>
          <p:nvPr/>
        </p:nvSpPr>
        <p:spPr>
          <a:xfrm>
            <a:off x="589964" y="758739"/>
            <a:ext cx="13789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Franklin Gothic Demi" panose="020B0703020102020204" pitchFamily="34" charset="0"/>
                <a:hlinkClick r:id="rId12" action="ppaction://hlinksldjump">
                  <a:snd r:embed="rId5" name="click.wav"/>
                </a:hlinkClick>
              </a:rPr>
              <a:t>PRODUCTS</a:t>
            </a:r>
            <a:r>
              <a:rPr lang="en-US" sz="900" dirty="0">
                <a:latin typeface="Franklin Gothic Demi" panose="020B0703020102020204" pitchFamily="34" charset="0"/>
              </a:rPr>
              <a:t> &gt; </a:t>
            </a:r>
            <a:r>
              <a:rPr lang="en-US" sz="900" b="1" u="sng" dirty="0">
                <a:latin typeface="Franklin Gothic Demi" panose="020B0703020102020204" pitchFamily="34" charset="0"/>
              </a:rPr>
              <a:t>HEADSET </a:t>
            </a:r>
            <a:endParaRPr lang="en-PH" sz="900" b="1" u="sng" dirty="0">
              <a:latin typeface="Franklin Gothic Demi" panose="020B0703020102020204" pitchFamily="34" charset="0"/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8DB04786-8EA1-2E56-1A27-6B4DF8493FD6}"/>
              </a:ext>
            </a:extLst>
          </p:cNvPr>
          <p:cNvSpPr/>
          <p:nvPr/>
        </p:nvSpPr>
        <p:spPr>
          <a:xfrm>
            <a:off x="2974058" y="125059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7D953088-AFD6-C731-D4AB-B13627CFDF66}"/>
              </a:ext>
            </a:extLst>
          </p:cNvPr>
          <p:cNvSpPr/>
          <p:nvPr/>
        </p:nvSpPr>
        <p:spPr>
          <a:xfrm>
            <a:off x="3079296" y="242265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E98D29DE-D474-35F9-F7F4-CC1A745AC9BA}"/>
              </a:ext>
            </a:extLst>
          </p:cNvPr>
          <p:cNvSpPr/>
          <p:nvPr/>
        </p:nvSpPr>
        <p:spPr>
          <a:xfrm>
            <a:off x="3713517" y="241863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32B20AB-2471-160E-DAE6-EED5056A906B}"/>
              </a:ext>
            </a:extLst>
          </p:cNvPr>
          <p:cNvSpPr/>
          <p:nvPr/>
        </p:nvSpPr>
        <p:spPr>
          <a:xfrm>
            <a:off x="3003097" y="224724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AA73BDA0-206B-7C4F-1E80-32A3E43C3B2F}"/>
              </a:ext>
            </a:extLst>
          </p:cNvPr>
          <p:cNvSpPr/>
          <p:nvPr/>
        </p:nvSpPr>
        <p:spPr>
          <a:xfrm>
            <a:off x="3088877" y="134977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90D4E10-3E2D-22CD-EA26-629688AF301E}"/>
              </a:ext>
            </a:extLst>
          </p:cNvPr>
          <p:cNvSpPr/>
          <p:nvPr/>
        </p:nvSpPr>
        <p:spPr>
          <a:xfrm>
            <a:off x="3080658" y="1495020"/>
            <a:ext cx="802925" cy="523621"/>
          </a:xfrm>
          <a:prstGeom prst="rect">
            <a:avLst/>
          </a:prstGeom>
          <a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9647" t="-5002" r="9647" b="-50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3FA54A1-3ED3-A5FC-C6F5-133287910D96}"/>
              </a:ext>
            </a:extLst>
          </p:cNvPr>
          <p:cNvSpPr/>
          <p:nvPr/>
        </p:nvSpPr>
        <p:spPr>
          <a:xfrm>
            <a:off x="3000937" y="204125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E63AF4B0-C056-81DC-4242-397F5E6E3D46}"/>
              </a:ext>
            </a:extLst>
          </p:cNvPr>
          <p:cNvSpPr/>
          <p:nvPr/>
        </p:nvSpPr>
        <p:spPr>
          <a:xfrm>
            <a:off x="4150745" y="124888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C79CF195-7139-09C2-0D96-E92A889B5CAF}"/>
              </a:ext>
            </a:extLst>
          </p:cNvPr>
          <p:cNvSpPr/>
          <p:nvPr/>
        </p:nvSpPr>
        <p:spPr>
          <a:xfrm>
            <a:off x="4255983" y="242094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9A959A39-4B1B-094F-DB9C-ADA143477F2A}"/>
              </a:ext>
            </a:extLst>
          </p:cNvPr>
          <p:cNvSpPr/>
          <p:nvPr/>
        </p:nvSpPr>
        <p:spPr>
          <a:xfrm>
            <a:off x="4890204" y="241692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1F76AC99-4F6E-B9C2-F232-DED5B81E98F3}"/>
              </a:ext>
            </a:extLst>
          </p:cNvPr>
          <p:cNvSpPr/>
          <p:nvPr/>
        </p:nvSpPr>
        <p:spPr>
          <a:xfrm>
            <a:off x="4179784" y="224553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D7C76009-57CC-11B8-DFFE-FC9E8E7D87AD}"/>
              </a:ext>
            </a:extLst>
          </p:cNvPr>
          <p:cNvSpPr/>
          <p:nvPr/>
        </p:nvSpPr>
        <p:spPr>
          <a:xfrm>
            <a:off x="4265564" y="134806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6915985-ED11-BBF6-5D1F-390D0B209C39}"/>
              </a:ext>
            </a:extLst>
          </p:cNvPr>
          <p:cNvSpPr/>
          <p:nvPr/>
        </p:nvSpPr>
        <p:spPr>
          <a:xfrm>
            <a:off x="4257345" y="1493310"/>
            <a:ext cx="802925" cy="523621"/>
          </a:xfrm>
          <a:prstGeom prst="rect">
            <a:avLst/>
          </a:prstGeom>
          <a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4131" t="-5002" r="14131" b="-50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99012E69-DEC2-98CA-CB2E-815825AFC12C}"/>
              </a:ext>
            </a:extLst>
          </p:cNvPr>
          <p:cNvSpPr/>
          <p:nvPr/>
        </p:nvSpPr>
        <p:spPr>
          <a:xfrm>
            <a:off x="4177624" y="203954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614B5440-EC2B-6D07-4BAB-D4CD006F6B62}"/>
              </a:ext>
            </a:extLst>
          </p:cNvPr>
          <p:cNvSpPr/>
          <p:nvPr/>
        </p:nvSpPr>
        <p:spPr>
          <a:xfrm>
            <a:off x="5318477" y="1239995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B04385BE-1D73-0110-9C72-E6EE8075980D}"/>
              </a:ext>
            </a:extLst>
          </p:cNvPr>
          <p:cNvSpPr/>
          <p:nvPr/>
        </p:nvSpPr>
        <p:spPr>
          <a:xfrm>
            <a:off x="5423715" y="2412058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75AEC814-2621-479B-E9A5-63CAB11384D0}"/>
              </a:ext>
            </a:extLst>
          </p:cNvPr>
          <p:cNvSpPr/>
          <p:nvPr/>
        </p:nvSpPr>
        <p:spPr>
          <a:xfrm>
            <a:off x="6057936" y="2408034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A44A6D2-080C-9E5C-65D8-4FE5430A4681}"/>
              </a:ext>
            </a:extLst>
          </p:cNvPr>
          <p:cNvSpPr/>
          <p:nvPr/>
        </p:nvSpPr>
        <p:spPr>
          <a:xfrm>
            <a:off x="5347516" y="2236645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762ADFF5-D78F-6040-46E3-CC1ABFA7E956}"/>
              </a:ext>
            </a:extLst>
          </p:cNvPr>
          <p:cNvSpPr/>
          <p:nvPr/>
        </p:nvSpPr>
        <p:spPr>
          <a:xfrm>
            <a:off x="5433296" y="1339173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07E768E-6139-D636-7347-092F933DBE2F}"/>
              </a:ext>
            </a:extLst>
          </p:cNvPr>
          <p:cNvSpPr/>
          <p:nvPr/>
        </p:nvSpPr>
        <p:spPr>
          <a:xfrm>
            <a:off x="5425077" y="1484423"/>
            <a:ext cx="802925" cy="523621"/>
          </a:xfrm>
          <a:prstGeom prst="rect">
            <a:avLst/>
          </a:prstGeom>
          <a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4131" t="-5002" r="14131" b="-50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F3FADEFE-1399-0E6E-0F81-C7258048C34A}"/>
              </a:ext>
            </a:extLst>
          </p:cNvPr>
          <p:cNvSpPr/>
          <p:nvPr/>
        </p:nvSpPr>
        <p:spPr>
          <a:xfrm>
            <a:off x="5345356" y="2030659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EC9629E1-9BCF-53F0-5303-8F59E9AE2FC8}"/>
              </a:ext>
            </a:extLst>
          </p:cNvPr>
          <p:cNvSpPr/>
          <p:nvPr/>
        </p:nvSpPr>
        <p:spPr>
          <a:xfrm>
            <a:off x="1801241" y="1238096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BBB237E4-8CD4-6FC6-BF08-ABEED1782905}"/>
              </a:ext>
            </a:extLst>
          </p:cNvPr>
          <p:cNvSpPr/>
          <p:nvPr/>
        </p:nvSpPr>
        <p:spPr>
          <a:xfrm>
            <a:off x="1906479" y="2410159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DD01A1B2-7D83-95FC-A14E-404C7DB62009}"/>
              </a:ext>
            </a:extLst>
          </p:cNvPr>
          <p:cNvSpPr/>
          <p:nvPr/>
        </p:nvSpPr>
        <p:spPr>
          <a:xfrm>
            <a:off x="2540700" y="2406135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712B9B1-24B7-57D4-8106-F4E0893DBBF9}"/>
              </a:ext>
            </a:extLst>
          </p:cNvPr>
          <p:cNvSpPr/>
          <p:nvPr/>
        </p:nvSpPr>
        <p:spPr>
          <a:xfrm>
            <a:off x="1830280" y="2234746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25F2D0B7-DFFE-4FA7-2BC7-4612619B00CD}"/>
              </a:ext>
            </a:extLst>
          </p:cNvPr>
          <p:cNvSpPr/>
          <p:nvPr/>
        </p:nvSpPr>
        <p:spPr>
          <a:xfrm>
            <a:off x="1916060" y="1337274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C795F4FB-5E2E-48B5-DDE0-B5AF37EF95D0}"/>
              </a:ext>
            </a:extLst>
          </p:cNvPr>
          <p:cNvSpPr/>
          <p:nvPr/>
        </p:nvSpPr>
        <p:spPr>
          <a:xfrm>
            <a:off x="1907841" y="1482524"/>
            <a:ext cx="802925" cy="523621"/>
          </a:xfrm>
          <a:prstGeom prst="rect">
            <a:avLst/>
          </a:prstGeom>
          <a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7405" t="-15315" r="7405" b="-1531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69795AF-3419-BE5D-6965-DF50D6BE77C4}"/>
              </a:ext>
            </a:extLst>
          </p:cNvPr>
          <p:cNvSpPr/>
          <p:nvPr/>
        </p:nvSpPr>
        <p:spPr>
          <a:xfrm>
            <a:off x="1828120" y="2028760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16430509-ED4A-E644-7A1B-1E346CC97B6E}"/>
              </a:ext>
            </a:extLst>
          </p:cNvPr>
          <p:cNvSpPr/>
          <p:nvPr/>
        </p:nvSpPr>
        <p:spPr>
          <a:xfrm>
            <a:off x="615719" y="123822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3D16DB57-7210-E939-3713-67922F4C7027}"/>
              </a:ext>
            </a:extLst>
          </p:cNvPr>
          <p:cNvSpPr/>
          <p:nvPr/>
        </p:nvSpPr>
        <p:spPr>
          <a:xfrm>
            <a:off x="720957" y="241028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B3FFAC9F-33D4-4B6D-CFF0-C7823CC81B68}"/>
              </a:ext>
            </a:extLst>
          </p:cNvPr>
          <p:cNvSpPr/>
          <p:nvPr/>
        </p:nvSpPr>
        <p:spPr>
          <a:xfrm>
            <a:off x="1355178" y="240625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5333798-2FCB-E03E-7B9B-F12CE60F046F}"/>
              </a:ext>
            </a:extLst>
          </p:cNvPr>
          <p:cNvSpPr/>
          <p:nvPr/>
        </p:nvSpPr>
        <p:spPr>
          <a:xfrm>
            <a:off x="644758" y="223487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B28ACDCA-8A7D-43F7-3777-262569B21C62}"/>
              </a:ext>
            </a:extLst>
          </p:cNvPr>
          <p:cNvSpPr/>
          <p:nvPr/>
        </p:nvSpPr>
        <p:spPr>
          <a:xfrm>
            <a:off x="730538" y="133739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B05E791-7946-6C38-7092-CF72D5A8D030}"/>
              </a:ext>
            </a:extLst>
          </p:cNvPr>
          <p:cNvSpPr/>
          <p:nvPr/>
        </p:nvSpPr>
        <p:spPr>
          <a:xfrm>
            <a:off x="722319" y="1482648"/>
            <a:ext cx="802925" cy="523621"/>
          </a:xfrm>
          <a:prstGeom prst="rect">
            <a:avLst/>
          </a:prstGeom>
          <a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561" t="-29065" r="-1561" b="-2906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2EBEF55-B4E3-3277-E24A-E2A1A84D5334}"/>
              </a:ext>
            </a:extLst>
          </p:cNvPr>
          <p:cNvSpPr/>
          <p:nvPr/>
        </p:nvSpPr>
        <p:spPr>
          <a:xfrm>
            <a:off x="642598" y="202888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5585547-A137-36A4-B52C-F1FF5810625F}"/>
              </a:ext>
            </a:extLst>
          </p:cNvPr>
          <p:cNvSpPr/>
          <p:nvPr/>
        </p:nvSpPr>
        <p:spPr>
          <a:xfrm>
            <a:off x="2974058" y="299217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8FC36B1-509F-81B6-436F-45AFC2668C88}"/>
              </a:ext>
            </a:extLst>
          </p:cNvPr>
          <p:cNvSpPr/>
          <p:nvPr/>
        </p:nvSpPr>
        <p:spPr>
          <a:xfrm>
            <a:off x="3079296" y="416423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6AF8955-C4E6-9BF3-9C2D-EABA999B939A}"/>
              </a:ext>
            </a:extLst>
          </p:cNvPr>
          <p:cNvSpPr/>
          <p:nvPr/>
        </p:nvSpPr>
        <p:spPr>
          <a:xfrm>
            <a:off x="3713517" y="416020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82CD8A2-762E-FAC4-D7D0-5F999793481F}"/>
              </a:ext>
            </a:extLst>
          </p:cNvPr>
          <p:cNvSpPr/>
          <p:nvPr/>
        </p:nvSpPr>
        <p:spPr>
          <a:xfrm>
            <a:off x="3003097" y="398882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921F356-B665-3CCB-CA71-DB7C108FA1C9}"/>
              </a:ext>
            </a:extLst>
          </p:cNvPr>
          <p:cNvSpPr/>
          <p:nvPr/>
        </p:nvSpPr>
        <p:spPr>
          <a:xfrm>
            <a:off x="3088877" y="309134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BC9AC65-45A3-E19C-F773-6D5570FF9B19}"/>
              </a:ext>
            </a:extLst>
          </p:cNvPr>
          <p:cNvSpPr/>
          <p:nvPr/>
        </p:nvSpPr>
        <p:spPr>
          <a:xfrm>
            <a:off x="3080658" y="3236598"/>
            <a:ext cx="802925" cy="523621"/>
          </a:xfrm>
          <a:prstGeom prst="rect">
            <a:avLst/>
          </a:prstGeom>
          <a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6045" t="-35940" r="-6045" b="-3594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B396BB5-15B8-12FE-7AB3-26374750C412}"/>
              </a:ext>
            </a:extLst>
          </p:cNvPr>
          <p:cNvSpPr/>
          <p:nvPr/>
        </p:nvSpPr>
        <p:spPr>
          <a:xfrm>
            <a:off x="3000937" y="378283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4B73909E-1DB7-65E6-B8FF-D2DE14840FF4}"/>
              </a:ext>
            </a:extLst>
          </p:cNvPr>
          <p:cNvSpPr/>
          <p:nvPr/>
        </p:nvSpPr>
        <p:spPr>
          <a:xfrm>
            <a:off x="4150745" y="299046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1E6F6F4F-113B-73C9-7790-5CD09E527D8F}"/>
              </a:ext>
            </a:extLst>
          </p:cNvPr>
          <p:cNvSpPr/>
          <p:nvPr/>
        </p:nvSpPr>
        <p:spPr>
          <a:xfrm>
            <a:off x="4255983" y="416252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95BA9AEC-3DD6-3115-6701-7CC747DC2286}"/>
              </a:ext>
            </a:extLst>
          </p:cNvPr>
          <p:cNvSpPr/>
          <p:nvPr/>
        </p:nvSpPr>
        <p:spPr>
          <a:xfrm>
            <a:off x="4890204" y="415849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D97E4AC-B5AB-FEAA-6707-52A5C6AC7AA4}"/>
              </a:ext>
            </a:extLst>
          </p:cNvPr>
          <p:cNvSpPr/>
          <p:nvPr/>
        </p:nvSpPr>
        <p:spPr>
          <a:xfrm>
            <a:off x="4179784" y="398711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1339AFE1-1A0B-9118-0DD5-9886170B994B}"/>
              </a:ext>
            </a:extLst>
          </p:cNvPr>
          <p:cNvSpPr/>
          <p:nvPr/>
        </p:nvSpPr>
        <p:spPr>
          <a:xfrm>
            <a:off x="4265564" y="308963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A0A32E7-D379-F6EE-AE5D-E959487BDB45}"/>
              </a:ext>
            </a:extLst>
          </p:cNvPr>
          <p:cNvSpPr/>
          <p:nvPr/>
        </p:nvSpPr>
        <p:spPr>
          <a:xfrm>
            <a:off x="4257345" y="3234888"/>
            <a:ext cx="802925" cy="523621"/>
          </a:xfrm>
          <a:prstGeom prst="rect">
            <a:avLst/>
          </a:prstGeom>
          <a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804" t="-32503" r="-3804" b="-3250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FC214CC-2A11-1D2C-9C2C-5BD0438E9727}"/>
              </a:ext>
            </a:extLst>
          </p:cNvPr>
          <p:cNvSpPr/>
          <p:nvPr/>
        </p:nvSpPr>
        <p:spPr>
          <a:xfrm>
            <a:off x="4177624" y="378112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20C73148-E19A-38A8-D0A9-B05100DA3DC1}"/>
              </a:ext>
            </a:extLst>
          </p:cNvPr>
          <p:cNvSpPr/>
          <p:nvPr/>
        </p:nvSpPr>
        <p:spPr>
          <a:xfrm>
            <a:off x="5318477" y="298157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EA539433-8894-F86A-3C71-8643A09B3EE0}"/>
              </a:ext>
            </a:extLst>
          </p:cNvPr>
          <p:cNvSpPr/>
          <p:nvPr/>
        </p:nvSpPr>
        <p:spPr>
          <a:xfrm>
            <a:off x="5423715" y="415363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7B7EF703-BFD6-40CE-3594-F43303609F87}"/>
              </a:ext>
            </a:extLst>
          </p:cNvPr>
          <p:cNvSpPr/>
          <p:nvPr/>
        </p:nvSpPr>
        <p:spPr>
          <a:xfrm>
            <a:off x="6057936" y="414961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0FD49D94-253F-83D9-CA15-2C42AB1CDB29}"/>
              </a:ext>
            </a:extLst>
          </p:cNvPr>
          <p:cNvSpPr/>
          <p:nvPr/>
        </p:nvSpPr>
        <p:spPr>
          <a:xfrm>
            <a:off x="5347516" y="397822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9EADFF02-6DCC-CA69-B311-EBAE50BE2ACD}"/>
              </a:ext>
            </a:extLst>
          </p:cNvPr>
          <p:cNvSpPr/>
          <p:nvPr/>
        </p:nvSpPr>
        <p:spPr>
          <a:xfrm>
            <a:off x="5433296" y="308075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4BF6E0D7-0927-ED5B-B563-2AFCE9FCFA13}"/>
              </a:ext>
            </a:extLst>
          </p:cNvPr>
          <p:cNvSpPr/>
          <p:nvPr/>
        </p:nvSpPr>
        <p:spPr>
          <a:xfrm>
            <a:off x="5425077" y="3226001"/>
            <a:ext cx="802925" cy="523621"/>
          </a:xfrm>
          <a:prstGeom prst="rect">
            <a:avLst/>
          </a:prstGeom>
          <a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561" t="-29065" r="-1561" b="-2906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3474C96D-431D-92B5-BE54-9B0FDF6E0431}"/>
              </a:ext>
            </a:extLst>
          </p:cNvPr>
          <p:cNvSpPr/>
          <p:nvPr/>
        </p:nvSpPr>
        <p:spPr>
          <a:xfrm>
            <a:off x="5345356" y="377223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A17B86D3-A7E5-E6DC-3FC4-BE2020887E2F}"/>
              </a:ext>
            </a:extLst>
          </p:cNvPr>
          <p:cNvSpPr/>
          <p:nvPr/>
        </p:nvSpPr>
        <p:spPr>
          <a:xfrm>
            <a:off x="1801241" y="2979674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0035B6BA-ED3E-C764-6750-55A6C19B7251}"/>
              </a:ext>
            </a:extLst>
          </p:cNvPr>
          <p:cNvSpPr/>
          <p:nvPr/>
        </p:nvSpPr>
        <p:spPr>
          <a:xfrm>
            <a:off x="1906479" y="4151737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231C43DD-4A7F-7D05-96A5-C28645930AF8}"/>
              </a:ext>
            </a:extLst>
          </p:cNvPr>
          <p:cNvSpPr/>
          <p:nvPr/>
        </p:nvSpPr>
        <p:spPr>
          <a:xfrm>
            <a:off x="2540700" y="4147713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C83B554E-88DE-11F6-8EC9-6150D73BF446}"/>
              </a:ext>
            </a:extLst>
          </p:cNvPr>
          <p:cNvSpPr/>
          <p:nvPr/>
        </p:nvSpPr>
        <p:spPr>
          <a:xfrm>
            <a:off x="1830280" y="3976324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CD88D27F-4D2C-3AD2-D54F-C1E5438EA3F4}"/>
              </a:ext>
            </a:extLst>
          </p:cNvPr>
          <p:cNvSpPr/>
          <p:nvPr/>
        </p:nvSpPr>
        <p:spPr>
          <a:xfrm>
            <a:off x="1916060" y="3078852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4BFE6B30-A451-8ED3-6E0E-EAB44E4D1EE3}"/>
              </a:ext>
            </a:extLst>
          </p:cNvPr>
          <p:cNvSpPr/>
          <p:nvPr/>
        </p:nvSpPr>
        <p:spPr>
          <a:xfrm>
            <a:off x="1907841" y="3224102"/>
            <a:ext cx="802925" cy="523621"/>
          </a:xfrm>
          <a:prstGeom prst="rect">
            <a:avLst/>
          </a:prstGeom>
          <a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4131" t="-5002" r="14131" b="-50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BCE1C2C-EFC5-A192-234A-28CFA8D90F1F}"/>
              </a:ext>
            </a:extLst>
          </p:cNvPr>
          <p:cNvSpPr/>
          <p:nvPr/>
        </p:nvSpPr>
        <p:spPr>
          <a:xfrm>
            <a:off x="1828120" y="3770338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3FC30E58-878D-C855-E6A2-CA0CF04E5A14}"/>
              </a:ext>
            </a:extLst>
          </p:cNvPr>
          <p:cNvSpPr/>
          <p:nvPr/>
        </p:nvSpPr>
        <p:spPr>
          <a:xfrm>
            <a:off x="615719" y="2979798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20FBD481-D25A-5AB0-D174-91CF5DBC33A3}"/>
              </a:ext>
            </a:extLst>
          </p:cNvPr>
          <p:cNvSpPr/>
          <p:nvPr/>
        </p:nvSpPr>
        <p:spPr>
          <a:xfrm>
            <a:off x="720957" y="4151861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801518B6-EB95-7636-75BB-BBED280314ED}"/>
              </a:ext>
            </a:extLst>
          </p:cNvPr>
          <p:cNvSpPr/>
          <p:nvPr/>
        </p:nvSpPr>
        <p:spPr>
          <a:xfrm>
            <a:off x="1355178" y="4147837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2B8CF683-828E-4DAA-F898-2B3D9794C7A5}"/>
              </a:ext>
            </a:extLst>
          </p:cNvPr>
          <p:cNvSpPr/>
          <p:nvPr/>
        </p:nvSpPr>
        <p:spPr>
          <a:xfrm>
            <a:off x="644758" y="3976448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7F4278B1-EEF1-3166-EC88-F889D48CB67A}"/>
              </a:ext>
            </a:extLst>
          </p:cNvPr>
          <p:cNvSpPr/>
          <p:nvPr/>
        </p:nvSpPr>
        <p:spPr>
          <a:xfrm>
            <a:off x="730538" y="3078976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82738B0-0554-6F9A-37B9-E77EBB8A1113}"/>
              </a:ext>
            </a:extLst>
          </p:cNvPr>
          <p:cNvSpPr/>
          <p:nvPr/>
        </p:nvSpPr>
        <p:spPr>
          <a:xfrm>
            <a:off x="722319" y="3224226"/>
            <a:ext cx="802925" cy="523621"/>
          </a:xfrm>
          <a:prstGeom prst="rect">
            <a:avLst/>
          </a:prstGeom>
          <a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1890" t="-8439" r="11890" b="-843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744184C0-0D90-88E4-F8E7-2978534555F3}"/>
              </a:ext>
            </a:extLst>
          </p:cNvPr>
          <p:cNvSpPr/>
          <p:nvPr/>
        </p:nvSpPr>
        <p:spPr>
          <a:xfrm>
            <a:off x="642598" y="3770462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3B95DEE1-DC89-D70B-CCB7-42EA428CBBB4}"/>
              </a:ext>
            </a:extLst>
          </p:cNvPr>
          <p:cNvSpPr/>
          <p:nvPr/>
        </p:nvSpPr>
        <p:spPr>
          <a:xfrm>
            <a:off x="2974058" y="476759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DA4A6690-6DBB-E78C-ED0C-78C1A6A8E6AE}"/>
              </a:ext>
            </a:extLst>
          </p:cNvPr>
          <p:cNvSpPr/>
          <p:nvPr/>
        </p:nvSpPr>
        <p:spPr>
          <a:xfrm>
            <a:off x="3079296" y="593965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68423F6E-134D-3E74-AE60-278FB1A626D8}"/>
              </a:ext>
            </a:extLst>
          </p:cNvPr>
          <p:cNvSpPr/>
          <p:nvPr/>
        </p:nvSpPr>
        <p:spPr>
          <a:xfrm>
            <a:off x="3713517" y="593563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7FBD57F9-6437-56C9-48A7-6931754DE82D}"/>
              </a:ext>
            </a:extLst>
          </p:cNvPr>
          <p:cNvSpPr/>
          <p:nvPr/>
        </p:nvSpPr>
        <p:spPr>
          <a:xfrm>
            <a:off x="3003097" y="576424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C5BAEDD8-FB93-97E3-8844-FF3BED0EA1BC}"/>
              </a:ext>
            </a:extLst>
          </p:cNvPr>
          <p:cNvSpPr/>
          <p:nvPr/>
        </p:nvSpPr>
        <p:spPr>
          <a:xfrm>
            <a:off x="3088877" y="486677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02340825-C8E3-4D19-ADC0-EDF19FA72860}"/>
              </a:ext>
            </a:extLst>
          </p:cNvPr>
          <p:cNvSpPr/>
          <p:nvPr/>
        </p:nvSpPr>
        <p:spPr>
          <a:xfrm>
            <a:off x="3080658" y="5012021"/>
            <a:ext cx="802925" cy="523621"/>
          </a:xfrm>
          <a:prstGeom prst="rect">
            <a:avLst/>
          </a:prstGeom>
          <a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9647" t="-11877" r="9647" b="-1187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3F030CC9-DB15-1758-2A68-9EF5A9A9C91C}"/>
              </a:ext>
            </a:extLst>
          </p:cNvPr>
          <p:cNvSpPr/>
          <p:nvPr/>
        </p:nvSpPr>
        <p:spPr>
          <a:xfrm>
            <a:off x="3000937" y="555825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711EEFB1-5103-1D89-DB56-AA39AEE0DA2A}"/>
              </a:ext>
            </a:extLst>
          </p:cNvPr>
          <p:cNvSpPr/>
          <p:nvPr/>
        </p:nvSpPr>
        <p:spPr>
          <a:xfrm>
            <a:off x="4150745" y="476588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A9BB9953-1DAE-DAE3-DAE2-1C1CAD0EA845}"/>
              </a:ext>
            </a:extLst>
          </p:cNvPr>
          <p:cNvSpPr/>
          <p:nvPr/>
        </p:nvSpPr>
        <p:spPr>
          <a:xfrm>
            <a:off x="4255983" y="593794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1F85FAD8-9686-4CF9-CB9F-3712A0DF023B}"/>
              </a:ext>
            </a:extLst>
          </p:cNvPr>
          <p:cNvSpPr/>
          <p:nvPr/>
        </p:nvSpPr>
        <p:spPr>
          <a:xfrm>
            <a:off x="4890204" y="593392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643D94DA-2DAE-1EFD-8C81-7DED959801F1}"/>
              </a:ext>
            </a:extLst>
          </p:cNvPr>
          <p:cNvSpPr/>
          <p:nvPr/>
        </p:nvSpPr>
        <p:spPr>
          <a:xfrm>
            <a:off x="4179784" y="576253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3B54A8D6-6D64-78B0-0639-BFE5CD9224AF}"/>
              </a:ext>
            </a:extLst>
          </p:cNvPr>
          <p:cNvSpPr/>
          <p:nvPr/>
        </p:nvSpPr>
        <p:spPr>
          <a:xfrm>
            <a:off x="4265564" y="486506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FF36386C-E35E-6204-EFBA-2E7A8E356332}"/>
              </a:ext>
            </a:extLst>
          </p:cNvPr>
          <p:cNvSpPr/>
          <p:nvPr/>
        </p:nvSpPr>
        <p:spPr>
          <a:xfrm>
            <a:off x="4257345" y="5010311"/>
            <a:ext cx="802925" cy="523621"/>
          </a:xfrm>
          <a:prstGeom prst="rect">
            <a:avLst/>
          </a:prstGeom>
          <a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5164" t="-18752" r="5164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DDA9ACC3-62C6-D677-4C61-DFF65A347BC3}"/>
              </a:ext>
            </a:extLst>
          </p:cNvPr>
          <p:cNvSpPr/>
          <p:nvPr/>
        </p:nvSpPr>
        <p:spPr>
          <a:xfrm>
            <a:off x="4177624" y="555654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7C8D513A-7602-F026-83EC-367931609542}"/>
              </a:ext>
            </a:extLst>
          </p:cNvPr>
          <p:cNvSpPr/>
          <p:nvPr/>
        </p:nvSpPr>
        <p:spPr>
          <a:xfrm>
            <a:off x="5318477" y="4756996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CA72580E-79FC-61E4-052D-434CC3F69C11}"/>
              </a:ext>
            </a:extLst>
          </p:cNvPr>
          <p:cNvSpPr/>
          <p:nvPr/>
        </p:nvSpPr>
        <p:spPr>
          <a:xfrm>
            <a:off x="5423715" y="5929059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E394E064-F8BE-FD59-0B89-1ED8EC3B20CF}"/>
              </a:ext>
            </a:extLst>
          </p:cNvPr>
          <p:cNvSpPr/>
          <p:nvPr/>
        </p:nvSpPr>
        <p:spPr>
          <a:xfrm>
            <a:off x="6057936" y="5925035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F70725B9-E957-261A-E3B3-14879CCCF389}"/>
              </a:ext>
            </a:extLst>
          </p:cNvPr>
          <p:cNvSpPr/>
          <p:nvPr/>
        </p:nvSpPr>
        <p:spPr>
          <a:xfrm>
            <a:off x="5347516" y="5753646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D9D68FEA-7867-E1EE-C351-4F97D60C9C46}"/>
              </a:ext>
            </a:extLst>
          </p:cNvPr>
          <p:cNvSpPr/>
          <p:nvPr/>
        </p:nvSpPr>
        <p:spPr>
          <a:xfrm>
            <a:off x="5433296" y="4856174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C916E1B7-21DE-6DBC-ADB7-DC9E6E9C0F9E}"/>
              </a:ext>
            </a:extLst>
          </p:cNvPr>
          <p:cNvSpPr/>
          <p:nvPr/>
        </p:nvSpPr>
        <p:spPr>
          <a:xfrm>
            <a:off x="5425077" y="5001424"/>
            <a:ext cx="802925" cy="523621"/>
          </a:xfrm>
          <a:prstGeom prst="rect">
            <a:avLst/>
          </a:prstGeom>
          <a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9647" t="-11877" r="9647" b="-1187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44F00D21-1BB7-0DA1-5681-DF69F4D59882}"/>
              </a:ext>
            </a:extLst>
          </p:cNvPr>
          <p:cNvSpPr/>
          <p:nvPr/>
        </p:nvSpPr>
        <p:spPr>
          <a:xfrm>
            <a:off x="5345356" y="5547660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263179D6-7D2D-6EA8-C030-2779464022C1}"/>
              </a:ext>
            </a:extLst>
          </p:cNvPr>
          <p:cNvSpPr/>
          <p:nvPr/>
        </p:nvSpPr>
        <p:spPr>
          <a:xfrm>
            <a:off x="1801241" y="4755097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14A8E908-C535-5A11-D5B8-AA7A36C783AC}"/>
              </a:ext>
            </a:extLst>
          </p:cNvPr>
          <p:cNvSpPr/>
          <p:nvPr/>
        </p:nvSpPr>
        <p:spPr>
          <a:xfrm>
            <a:off x="1906479" y="5927160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7C07174A-3790-D541-ACE8-82B046376596}"/>
              </a:ext>
            </a:extLst>
          </p:cNvPr>
          <p:cNvSpPr/>
          <p:nvPr/>
        </p:nvSpPr>
        <p:spPr>
          <a:xfrm>
            <a:off x="2540700" y="5923136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8767BAE2-4016-C185-1C14-4326A7A46646}"/>
              </a:ext>
            </a:extLst>
          </p:cNvPr>
          <p:cNvSpPr/>
          <p:nvPr/>
        </p:nvSpPr>
        <p:spPr>
          <a:xfrm>
            <a:off x="1830280" y="5751747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A5984033-CB7A-3CC6-E176-FD8B361054D4}"/>
              </a:ext>
            </a:extLst>
          </p:cNvPr>
          <p:cNvSpPr/>
          <p:nvPr/>
        </p:nvSpPr>
        <p:spPr>
          <a:xfrm>
            <a:off x="1916060" y="4854275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B6B496F5-0763-BC98-B7D5-8E3DED1EC29B}"/>
              </a:ext>
            </a:extLst>
          </p:cNvPr>
          <p:cNvSpPr/>
          <p:nvPr/>
        </p:nvSpPr>
        <p:spPr>
          <a:xfrm>
            <a:off x="1907841" y="4999525"/>
            <a:ext cx="802925" cy="523621"/>
          </a:xfrm>
          <a:prstGeom prst="rect">
            <a:avLst/>
          </a:prstGeom>
          <a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7405" t="-15315" r="7405" b="-1531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27128F36-9E8B-D38F-E48C-3DEC9CC92278}"/>
              </a:ext>
            </a:extLst>
          </p:cNvPr>
          <p:cNvSpPr/>
          <p:nvPr/>
        </p:nvSpPr>
        <p:spPr>
          <a:xfrm>
            <a:off x="1828120" y="5545761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C084A73A-34A5-AD4E-E100-9D9F3272D9E1}"/>
              </a:ext>
            </a:extLst>
          </p:cNvPr>
          <p:cNvSpPr/>
          <p:nvPr/>
        </p:nvSpPr>
        <p:spPr>
          <a:xfrm>
            <a:off x="615719" y="4755221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03162AE6-AB4D-F72C-D4F5-C75130E5653C}"/>
              </a:ext>
            </a:extLst>
          </p:cNvPr>
          <p:cNvSpPr/>
          <p:nvPr/>
        </p:nvSpPr>
        <p:spPr>
          <a:xfrm>
            <a:off x="720957" y="5927284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3AE5302A-2732-A628-DE00-3152ECD877C9}"/>
              </a:ext>
            </a:extLst>
          </p:cNvPr>
          <p:cNvSpPr/>
          <p:nvPr/>
        </p:nvSpPr>
        <p:spPr>
          <a:xfrm>
            <a:off x="1355178" y="5923260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538F3B2B-3CEE-F8C2-DDA0-AE9EE4899A06}"/>
              </a:ext>
            </a:extLst>
          </p:cNvPr>
          <p:cNvSpPr/>
          <p:nvPr/>
        </p:nvSpPr>
        <p:spPr>
          <a:xfrm>
            <a:off x="644758" y="5751871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44BCFBB3-4C4D-D5DA-1B9D-B30077875FC0}"/>
              </a:ext>
            </a:extLst>
          </p:cNvPr>
          <p:cNvSpPr/>
          <p:nvPr/>
        </p:nvSpPr>
        <p:spPr>
          <a:xfrm>
            <a:off x="730538" y="4854399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2DEFE05-CE5A-764C-05E4-00A86149F10F}"/>
              </a:ext>
            </a:extLst>
          </p:cNvPr>
          <p:cNvSpPr/>
          <p:nvPr/>
        </p:nvSpPr>
        <p:spPr>
          <a:xfrm>
            <a:off x="722319" y="4999649"/>
            <a:ext cx="802925" cy="523621"/>
          </a:xfrm>
          <a:prstGeom prst="rect">
            <a:avLst/>
          </a:prstGeom>
          <a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5164" t="-18752" r="5164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99E83A15-1B04-9349-D9BE-1F349C1CA300}"/>
              </a:ext>
            </a:extLst>
          </p:cNvPr>
          <p:cNvSpPr/>
          <p:nvPr/>
        </p:nvSpPr>
        <p:spPr>
          <a:xfrm>
            <a:off x="642598" y="5545885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99FFE77F-5E2E-60AB-20B8-EC6EEC07C5EC}"/>
              </a:ext>
            </a:extLst>
          </p:cNvPr>
          <p:cNvSpPr/>
          <p:nvPr/>
        </p:nvSpPr>
        <p:spPr>
          <a:xfrm>
            <a:off x="2974058" y="6573735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25291EBA-33B4-CC3F-D3FF-372281B5CEE8}"/>
              </a:ext>
            </a:extLst>
          </p:cNvPr>
          <p:cNvSpPr/>
          <p:nvPr/>
        </p:nvSpPr>
        <p:spPr>
          <a:xfrm>
            <a:off x="3079296" y="7745798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02A3AD27-7780-78DA-9D2D-0EBC80FD8751}"/>
              </a:ext>
            </a:extLst>
          </p:cNvPr>
          <p:cNvSpPr/>
          <p:nvPr/>
        </p:nvSpPr>
        <p:spPr>
          <a:xfrm>
            <a:off x="3713517" y="7741774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F0E09536-7862-B5EE-D368-B20B646068B7}"/>
              </a:ext>
            </a:extLst>
          </p:cNvPr>
          <p:cNvSpPr/>
          <p:nvPr/>
        </p:nvSpPr>
        <p:spPr>
          <a:xfrm>
            <a:off x="3003097" y="7570385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33930D9C-D89C-0FA5-DEAF-31006435D112}"/>
              </a:ext>
            </a:extLst>
          </p:cNvPr>
          <p:cNvSpPr/>
          <p:nvPr/>
        </p:nvSpPr>
        <p:spPr>
          <a:xfrm>
            <a:off x="3088877" y="6672913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5E38599F-6BDF-67E8-4D7C-68B082429FDA}"/>
              </a:ext>
            </a:extLst>
          </p:cNvPr>
          <p:cNvSpPr/>
          <p:nvPr/>
        </p:nvSpPr>
        <p:spPr>
          <a:xfrm>
            <a:off x="3080658" y="6818163"/>
            <a:ext cx="802925" cy="523621"/>
          </a:xfrm>
          <a:prstGeom prst="rect">
            <a:avLst/>
          </a:prstGeom>
          <a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7405" t="-15315" r="7405" b="-1531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17DD68AE-C96B-3E00-4979-6F7C1AC25CAC}"/>
              </a:ext>
            </a:extLst>
          </p:cNvPr>
          <p:cNvSpPr/>
          <p:nvPr/>
        </p:nvSpPr>
        <p:spPr>
          <a:xfrm>
            <a:off x="3000937" y="7364399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96" name="Rectangle: Rounded Corners 195">
            <a:extLst>
              <a:ext uri="{FF2B5EF4-FFF2-40B4-BE49-F238E27FC236}">
                <a16:creationId xmlns:a16="http://schemas.microsoft.com/office/drawing/2014/main" id="{A73F6A14-B813-E7E5-C63D-D98C005FDC83}"/>
              </a:ext>
            </a:extLst>
          </p:cNvPr>
          <p:cNvSpPr/>
          <p:nvPr/>
        </p:nvSpPr>
        <p:spPr>
          <a:xfrm>
            <a:off x="4150745" y="6572025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108FCE17-134E-06D3-A6D1-1A3AA9034133}"/>
              </a:ext>
            </a:extLst>
          </p:cNvPr>
          <p:cNvSpPr/>
          <p:nvPr/>
        </p:nvSpPr>
        <p:spPr>
          <a:xfrm>
            <a:off x="4255983" y="7744088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98" name="Rectangle: Rounded Corners 197">
            <a:extLst>
              <a:ext uri="{FF2B5EF4-FFF2-40B4-BE49-F238E27FC236}">
                <a16:creationId xmlns:a16="http://schemas.microsoft.com/office/drawing/2014/main" id="{8BA12337-43A5-EEC5-BF48-A8F7FE44C6D7}"/>
              </a:ext>
            </a:extLst>
          </p:cNvPr>
          <p:cNvSpPr/>
          <p:nvPr/>
        </p:nvSpPr>
        <p:spPr>
          <a:xfrm>
            <a:off x="4890204" y="7740064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19F4002F-504C-69E3-6354-9F296D219BDC}"/>
              </a:ext>
            </a:extLst>
          </p:cNvPr>
          <p:cNvSpPr/>
          <p:nvPr/>
        </p:nvSpPr>
        <p:spPr>
          <a:xfrm>
            <a:off x="4179784" y="7568675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200" name="Rectangle: Rounded Corners 199">
            <a:extLst>
              <a:ext uri="{FF2B5EF4-FFF2-40B4-BE49-F238E27FC236}">
                <a16:creationId xmlns:a16="http://schemas.microsoft.com/office/drawing/2014/main" id="{47D4B1EE-8AEB-3646-F203-EC5B5D93593C}"/>
              </a:ext>
            </a:extLst>
          </p:cNvPr>
          <p:cNvSpPr/>
          <p:nvPr/>
        </p:nvSpPr>
        <p:spPr>
          <a:xfrm>
            <a:off x="4265564" y="6671203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E4D26A74-8565-00C0-2662-6C28D4571ABC}"/>
              </a:ext>
            </a:extLst>
          </p:cNvPr>
          <p:cNvSpPr/>
          <p:nvPr/>
        </p:nvSpPr>
        <p:spPr>
          <a:xfrm>
            <a:off x="4257345" y="6816453"/>
            <a:ext cx="802925" cy="523621"/>
          </a:xfrm>
          <a:prstGeom prst="rect">
            <a:avLst/>
          </a:prstGeom>
          <a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1890" t="-8439" r="11890" b="-843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5976AE62-15F6-8A10-2E8E-3A9B9E32B16D}"/>
              </a:ext>
            </a:extLst>
          </p:cNvPr>
          <p:cNvSpPr/>
          <p:nvPr/>
        </p:nvSpPr>
        <p:spPr>
          <a:xfrm>
            <a:off x="4177624" y="7362689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203" name="Rectangle: Rounded Corners 202">
            <a:extLst>
              <a:ext uri="{FF2B5EF4-FFF2-40B4-BE49-F238E27FC236}">
                <a16:creationId xmlns:a16="http://schemas.microsoft.com/office/drawing/2014/main" id="{7B939959-E1A5-AAD7-B695-D9A48D5CB441}"/>
              </a:ext>
            </a:extLst>
          </p:cNvPr>
          <p:cNvSpPr/>
          <p:nvPr/>
        </p:nvSpPr>
        <p:spPr>
          <a:xfrm>
            <a:off x="5318477" y="6563138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204" name="Rectangle: Rounded Corners 203">
            <a:extLst>
              <a:ext uri="{FF2B5EF4-FFF2-40B4-BE49-F238E27FC236}">
                <a16:creationId xmlns:a16="http://schemas.microsoft.com/office/drawing/2014/main" id="{F688B06E-F9F8-0F3A-0704-BE6F2F3A1CE3}"/>
              </a:ext>
            </a:extLst>
          </p:cNvPr>
          <p:cNvSpPr/>
          <p:nvPr/>
        </p:nvSpPr>
        <p:spPr>
          <a:xfrm>
            <a:off x="5423715" y="7735201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9ADC7DC6-51D7-CA2F-9000-0402AA74A1F1}"/>
              </a:ext>
            </a:extLst>
          </p:cNvPr>
          <p:cNvSpPr/>
          <p:nvPr/>
        </p:nvSpPr>
        <p:spPr>
          <a:xfrm>
            <a:off x="6057936" y="7731177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7915EEAA-6248-7DFE-605B-1B5B160762A8}"/>
              </a:ext>
            </a:extLst>
          </p:cNvPr>
          <p:cNvSpPr/>
          <p:nvPr/>
        </p:nvSpPr>
        <p:spPr>
          <a:xfrm>
            <a:off x="5347516" y="7559788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05E02BF7-C860-4007-7D7D-B7CA2F6BC6C7}"/>
              </a:ext>
            </a:extLst>
          </p:cNvPr>
          <p:cNvSpPr/>
          <p:nvPr/>
        </p:nvSpPr>
        <p:spPr>
          <a:xfrm>
            <a:off x="5433296" y="6662316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9EB09612-AFAB-5EC0-49B5-A9492D20D396}"/>
              </a:ext>
            </a:extLst>
          </p:cNvPr>
          <p:cNvSpPr/>
          <p:nvPr/>
        </p:nvSpPr>
        <p:spPr>
          <a:xfrm>
            <a:off x="5425077" y="6807566"/>
            <a:ext cx="802925" cy="523621"/>
          </a:xfrm>
          <a:prstGeom prst="rect">
            <a:avLst/>
          </a:prstGeom>
          <a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4131" t="-5002" r="14131" b="-50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154F0AB1-2926-1FC7-1A8A-345DC5711C84}"/>
              </a:ext>
            </a:extLst>
          </p:cNvPr>
          <p:cNvSpPr/>
          <p:nvPr/>
        </p:nvSpPr>
        <p:spPr>
          <a:xfrm>
            <a:off x="5345356" y="7353802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B541CEDC-CF49-4A7A-B96D-BF8D904D04AB}"/>
              </a:ext>
            </a:extLst>
          </p:cNvPr>
          <p:cNvSpPr/>
          <p:nvPr/>
        </p:nvSpPr>
        <p:spPr>
          <a:xfrm>
            <a:off x="1801241" y="6561239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211" name="Rectangle: Rounded Corners 210">
            <a:extLst>
              <a:ext uri="{FF2B5EF4-FFF2-40B4-BE49-F238E27FC236}">
                <a16:creationId xmlns:a16="http://schemas.microsoft.com/office/drawing/2014/main" id="{A40B7EBC-2E2A-A174-2BDF-0068C03D887B}"/>
              </a:ext>
            </a:extLst>
          </p:cNvPr>
          <p:cNvSpPr/>
          <p:nvPr/>
        </p:nvSpPr>
        <p:spPr>
          <a:xfrm>
            <a:off x="1906479" y="7733302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212" name="Rectangle: Rounded Corners 211">
            <a:extLst>
              <a:ext uri="{FF2B5EF4-FFF2-40B4-BE49-F238E27FC236}">
                <a16:creationId xmlns:a16="http://schemas.microsoft.com/office/drawing/2014/main" id="{DED9D0E9-F531-0B84-1FEF-752EE6A67E0A}"/>
              </a:ext>
            </a:extLst>
          </p:cNvPr>
          <p:cNvSpPr/>
          <p:nvPr/>
        </p:nvSpPr>
        <p:spPr>
          <a:xfrm>
            <a:off x="2540700" y="7729278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2A6270D5-7B22-CA67-AB13-0EF3CB9FD314}"/>
              </a:ext>
            </a:extLst>
          </p:cNvPr>
          <p:cNvSpPr/>
          <p:nvPr/>
        </p:nvSpPr>
        <p:spPr>
          <a:xfrm>
            <a:off x="1830280" y="7557889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B7BA7404-E40B-D224-673C-B446FE433E3B}"/>
              </a:ext>
            </a:extLst>
          </p:cNvPr>
          <p:cNvSpPr/>
          <p:nvPr/>
        </p:nvSpPr>
        <p:spPr>
          <a:xfrm>
            <a:off x="1916060" y="6660417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6E933216-0571-4EB5-EAE9-882E954D53BA}"/>
              </a:ext>
            </a:extLst>
          </p:cNvPr>
          <p:cNvSpPr/>
          <p:nvPr/>
        </p:nvSpPr>
        <p:spPr>
          <a:xfrm>
            <a:off x="1907841" y="6805667"/>
            <a:ext cx="802925" cy="523621"/>
          </a:xfrm>
          <a:prstGeom prst="rect">
            <a:avLst/>
          </a:prstGeom>
          <a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5164" t="-18752" r="5164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44C8D6C4-053B-8B5F-CD18-6E4DCC20E5CE}"/>
              </a:ext>
            </a:extLst>
          </p:cNvPr>
          <p:cNvSpPr/>
          <p:nvPr/>
        </p:nvSpPr>
        <p:spPr>
          <a:xfrm>
            <a:off x="1828120" y="7351903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A8794C6D-0DFD-D32A-E3CE-8A2C65CDC32A}"/>
              </a:ext>
            </a:extLst>
          </p:cNvPr>
          <p:cNvSpPr/>
          <p:nvPr/>
        </p:nvSpPr>
        <p:spPr>
          <a:xfrm>
            <a:off x="615719" y="656136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F3FFE4FF-C743-201B-6F84-7918B228C13D}"/>
              </a:ext>
            </a:extLst>
          </p:cNvPr>
          <p:cNvSpPr/>
          <p:nvPr/>
        </p:nvSpPr>
        <p:spPr>
          <a:xfrm>
            <a:off x="720957" y="773342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219" name="Rectangle: Rounded Corners 218">
            <a:extLst>
              <a:ext uri="{FF2B5EF4-FFF2-40B4-BE49-F238E27FC236}">
                <a16:creationId xmlns:a16="http://schemas.microsoft.com/office/drawing/2014/main" id="{C44ADAED-518B-C1FE-882C-DE32C7D58838}"/>
              </a:ext>
            </a:extLst>
          </p:cNvPr>
          <p:cNvSpPr/>
          <p:nvPr/>
        </p:nvSpPr>
        <p:spPr>
          <a:xfrm>
            <a:off x="1355178" y="772940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0E579FC1-F59C-2D84-67FB-944F129EC0EA}"/>
              </a:ext>
            </a:extLst>
          </p:cNvPr>
          <p:cNvSpPr/>
          <p:nvPr/>
        </p:nvSpPr>
        <p:spPr>
          <a:xfrm>
            <a:off x="644758" y="755801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221" name="Rectangle: Rounded Corners 220">
            <a:extLst>
              <a:ext uri="{FF2B5EF4-FFF2-40B4-BE49-F238E27FC236}">
                <a16:creationId xmlns:a16="http://schemas.microsoft.com/office/drawing/2014/main" id="{D6D871EC-8187-E6D8-1E36-EC70A419A1EC}"/>
              </a:ext>
            </a:extLst>
          </p:cNvPr>
          <p:cNvSpPr/>
          <p:nvPr/>
        </p:nvSpPr>
        <p:spPr>
          <a:xfrm>
            <a:off x="730538" y="666054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F030F766-FB6A-9FB5-6C6C-4B465359FEB4}"/>
              </a:ext>
            </a:extLst>
          </p:cNvPr>
          <p:cNvSpPr/>
          <p:nvPr/>
        </p:nvSpPr>
        <p:spPr>
          <a:xfrm>
            <a:off x="722319" y="6805791"/>
            <a:ext cx="802925" cy="523621"/>
          </a:xfrm>
          <a:prstGeom prst="rect">
            <a:avLst/>
          </a:prstGeom>
          <a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5164" t="-18752" r="5164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8D1AE9A8-74F5-CDE3-D524-0578792D2BD4}"/>
              </a:ext>
            </a:extLst>
          </p:cNvPr>
          <p:cNvSpPr/>
          <p:nvPr/>
        </p:nvSpPr>
        <p:spPr>
          <a:xfrm>
            <a:off x="642598" y="735202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</p:spTree>
    <p:extLst>
      <p:ext uri="{BB962C8B-B14F-4D97-AF65-F5344CB8AC3E}">
        <p14:creationId xmlns:p14="http://schemas.microsoft.com/office/powerpoint/2010/main" val="900764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0379D-4AB2-DAC9-5680-967EBF2E5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BB3E67-E4D5-0CE9-CC78-EC7E020B238F}"/>
              </a:ext>
            </a:extLst>
          </p:cNvPr>
          <p:cNvSpPr/>
          <p:nvPr/>
        </p:nvSpPr>
        <p:spPr>
          <a:xfrm>
            <a:off x="-72571" y="-42873"/>
            <a:ext cx="7006771" cy="518844"/>
          </a:xfrm>
          <a:prstGeom prst="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D50ADF92-172D-E2F1-6462-497DA3EA8BA1}"/>
              </a:ext>
            </a:extLst>
          </p:cNvPr>
          <p:cNvSpPr/>
          <p:nvPr/>
        </p:nvSpPr>
        <p:spPr>
          <a:xfrm>
            <a:off x="1650206" y="110326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004D0F-D07F-C7FA-5DFA-119BDC7539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95" y="-203104"/>
            <a:ext cx="867300" cy="867300"/>
          </a:xfrm>
          <a:prstGeom prst="rect">
            <a:avLst/>
          </a:prstGeom>
        </p:spPr>
      </p:pic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26995689-F889-C3EB-DE4B-128B58DC314A}"/>
              </a:ext>
            </a:extLst>
          </p:cNvPr>
          <p:cNvSpPr/>
          <p:nvPr/>
        </p:nvSpPr>
        <p:spPr>
          <a:xfrm>
            <a:off x="4136231" y="110330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502049-2059-94E5-4838-77EE8FC56070}"/>
              </a:ext>
            </a:extLst>
          </p:cNvPr>
          <p:cNvSpPr/>
          <p:nvPr/>
        </p:nvSpPr>
        <p:spPr>
          <a:xfrm>
            <a:off x="1975247" y="110327"/>
            <a:ext cx="2407444" cy="2409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390732-78EE-0B60-3C6D-9D3526B0AF22}"/>
              </a:ext>
            </a:extLst>
          </p:cNvPr>
          <p:cNvSpPr txBox="1"/>
          <p:nvPr/>
        </p:nvSpPr>
        <p:spPr>
          <a:xfrm>
            <a:off x="1735931" y="123206"/>
            <a:ext cx="48577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>
                <a:solidFill>
                  <a:schemeClr val="bg1">
                    <a:lumMod val="50000"/>
                  </a:schemeClr>
                </a:solidFill>
              </a:rPr>
              <a:t>Search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DAFC4E-3568-D331-793A-2FAF10C592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789" y="178711"/>
            <a:ext cx="114300" cy="114300"/>
          </a:xfrm>
          <a:prstGeom prst="rect">
            <a:avLst/>
          </a:prstGeom>
        </p:spPr>
      </p:pic>
      <p:pic>
        <p:nvPicPr>
          <p:cNvPr id="13" name="Picture 12">
            <a:hlinkClick r:id="rId4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669918DE-FEB6-24FB-E234-674D06C72A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124" y="166580"/>
            <a:ext cx="175426" cy="1754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B3F03A3-2DB5-535B-B6FF-6A69D54A4E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975" y="153571"/>
            <a:ext cx="191297" cy="188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F20E959-954E-85CC-13F1-54BD1A31E7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593" y="147861"/>
            <a:ext cx="195732" cy="195732"/>
          </a:xfrm>
          <a:prstGeom prst="rect">
            <a:avLst/>
          </a:prstGeom>
        </p:spPr>
      </p:pic>
      <p:pic>
        <p:nvPicPr>
          <p:cNvPr id="16" name="Picture 15">
            <a:hlinkClick r:id="rId9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B9C273AB-34C0-624A-59D4-CE12158AC0B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16" y="114028"/>
            <a:ext cx="246459" cy="246459"/>
          </a:xfrm>
          <a:prstGeom prst="rect">
            <a:avLst/>
          </a:prstGeom>
        </p:spPr>
      </p:pic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42C9E916-89E0-8745-E617-CFCCFCB2A0C7}"/>
              </a:ext>
            </a:extLst>
          </p:cNvPr>
          <p:cNvSpPr/>
          <p:nvPr/>
        </p:nvSpPr>
        <p:spPr>
          <a:xfrm>
            <a:off x="-72571" y="8284021"/>
            <a:ext cx="7006771" cy="1999349"/>
          </a:xfrm>
          <a:prstGeom prst="round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E3A69C7E-DFAB-5843-5562-5EB1C959677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516" y="8269121"/>
            <a:ext cx="1668550" cy="1668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FC92D2-49A2-DEC7-76A7-7EC74C4712F8}"/>
              </a:ext>
            </a:extLst>
          </p:cNvPr>
          <p:cNvSpPr txBox="1"/>
          <p:nvPr/>
        </p:nvSpPr>
        <p:spPr>
          <a:xfrm>
            <a:off x="678266" y="8505808"/>
            <a:ext cx="131881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CUSTOMER SERVICE</a:t>
            </a:r>
          </a:p>
          <a:p>
            <a:endParaRPr lang="en-PH" sz="12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Cancellation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Delivery</a:t>
            </a:r>
          </a:p>
          <a:p>
            <a:r>
              <a:rPr lang="en-PH" sz="600" dirty="0">
                <a:solidFill>
                  <a:schemeClr val="bg1"/>
                </a:solidFill>
              </a:rPr>
              <a:t>Order Verification</a:t>
            </a:r>
          </a:p>
          <a:p>
            <a:r>
              <a:rPr lang="en-PH" sz="600" dirty="0">
                <a:solidFill>
                  <a:schemeClr val="bg1"/>
                </a:solidFill>
              </a:rPr>
              <a:t>Payment 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Privacy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Terms and Conditions</a:t>
            </a:r>
          </a:p>
          <a:p>
            <a:r>
              <a:rPr lang="en-PH" sz="600" dirty="0">
                <a:solidFill>
                  <a:schemeClr val="bg1"/>
                </a:solidFill>
              </a:rPr>
              <a:t>Warranty</a:t>
            </a:r>
            <a:endParaRPr lang="en-PH" sz="11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4AE7E9-FBE2-6519-6DD9-96E463C32AC4}"/>
              </a:ext>
            </a:extLst>
          </p:cNvPr>
          <p:cNvSpPr txBox="1"/>
          <p:nvPr/>
        </p:nvSpPr>
        <p:spPr>
          <a:xfrm>
            <a:off x="1996061" y="8505808"/>
            <a:ext cx="1318813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COMPANY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Careers</a:t>
            </a:r>
          </a:p>
          <a:p>
            <a:r>
              <a:rPr lang="en-PH" sz="600" dirty="0">
                <a:solidFill>
                  <a:schemeClr val="bg1"/>
                </a:solidFill>
              </a:rPr>
              <a:t>Contact Us</a:t>
            </a:r>
          </a:p>
          <a:p>
            <a:r>
              <a:rPr lang="en-PH" sz="600" dirty="0">
                <a:solidFill>
                  <a:schemeClr val="bg1"/>
                </a:solidFill>
              </a:rPr>
              <a:t>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News and Articles</a:t>
            </a:r>
          </a:p>
          <a:p>
            <a:r>
              <a:rPr lang="en-PH" sz="600" dirty="0">
                <a:solidFill>
                  <a:schemeClr val="bg1"/>
                </a:solidFill>
              </a:rPr>
              <a:t>Our Company</a:t>
            </a:r>
          </a:p>
          <a:p>
            <a:r>
              <a:rPr lang="en-PH" sz="600" dirty="0">
                <a:solidFill>
                  <a:schemeClr val="bg1"/>
                </a:solidFill>
              </a:rPr>
              <a:t>Reviews</a:t>
            </a:r>
          </a:p>
          <a:p>
            <a:r>
              <a:rPr lang="en-PH" sz="600" dirty="0">
                <a:solidFill>
                  <a:schemeClr val="bg1"/>
                </a:solidFill>
              </a:rPr>
              <a:t>Store Locations</a:t>
            </a:r>
            <a:endParaRPr lang="en-PH" sz="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9F6C14-A145-5FDD-20FD-CD6F0251FD2A}"/>
              </a:ext>
            </a:extLst>
          </p:cNvPr>
          <p:cNvSpPr txBox="1"/>
          <p:nvPr/>
        </p:nvSpPr>
        <p:spPr>
          <a:xfrm>
            <a:off x="3000937" y="8508634"/>
            <a:ext cx="131881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LINKS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Gadget Spot Corporate</a:t>
            </a:r>
          </a:p>
          <a:p>
            <a:r>
              <a:rPr lang="en-PH" sz="600" dirty="0">
                <a:solidFill>
                  <a:schemeClr val="bg1"/>
                </a:solidFill>
              </a:rPr>
              <a:t>Gadget Spot Community</a:t>
            </a:r>
          </a:p>
          <a:p>
            <a:r>
              <a:rPr lang="en-PH" sz="600" dirty="0">
                <a:solidFill>
                  <a:schemeClr val="bg1"/>
                </a:solidFill>
              </a:rPr>
              <a:t>Lazada Official Store</a:t>
            </a:r>
          </a:p>
          <a:p>
            <a:r>
              <a:rPr lang="en-PH" sz="600" dirty="0">
                <a:solidFill>
                  <a:schemeClr val="bg1"/>
                </a:solidFill>
              </a:rPr>
              <a:t>Shopee Official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F5CD0A-3C87-AB27-F97E-2956BCD503D3}"/>
              </a:ext>
            </a:extLst>
          </p:cNvPr>
          <p:cNvSpPr txBox="1"/>
          <p:nvPr/>
        </p:nvSpPr>
        <p:spPr>
          <a:xfrm>
            <a:off x="2808861" y="9712247"/>
            <a:ext cx="1362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50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©2026 Gadget SPOT. ALL RIGHTS RESERVED</a:t>
            </a:r>
            <a:endParaRPr lang="en-PH" sz="5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40B0351-C896-97C3-289A-EFD13DADB2B0}"/>
              </a:ext>
            </a:extLst>
          </p:cNvPr>
          <p:cNvSpPr txBox="1"/>
          <p:nvPr/>
        </p:nvSpPr>
        <p:spPr>
          <a:xfrm>
            <a:off x="543477" y="758739"/>
            <a:ext cx="14718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Franklin Gothic Demi" panose="020B0703020102020204" pitchFamily="34" charset="0"/>
                <a:hlinkClick r:id="rId12" action="ppaction://hlinksldjump">
                  <a:snd r:embed="rId5" name="click.wav"/>
                </a:hlinkClick>
              </a:rPr>
              <a:t>PRODUCTS</a:t>
            </a:r>
            <a:r>
              <a:rPr lang="en-US" sz="900" dirty="0">
                <a:latin typeface="Franklin Gothic Demi" panose="020B0703020102020204" pitchFamily="34" charset="0"/>
              </a:rPr>
              <a:t> &gt; </a:t>
            </a:r>
            <a:r>
              <a:rPr lang="en-US" sz="900" b="1" u="sng" dirty="0">
                <a:latin typeface="Franklin Gothic Demi" panose="020B0703020102020204" pitchFamily="34" charset="0"/>
              </a:rPr>
              <a:t>KEYBOARD </a:t>
            </a:r>
            <a:endParaRPr lang="en-PH" sz="900" b="1" u="sng" dirty="0">
              <a:latin typeface="Franklin Gothic Demi" panose="020B0703020102020204" pitchFamily="34" charset="0"/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4DF0C314-4779-65F9-5DF6-904B8C851967}"/>
              </a:ext>
            </a:extLst>
          </p:cNvPr>
          <p:cNvSpPr/>
          <p:nvPr/>
        </p:nvSpPr>
        <p:spPr>
          <a:xfrm>
            <a:off x="2974058" y="125059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572504BD-87F8-CF56-FA0D-8261D37B0992}"/>
              </a:ext>
            </a:extLst>
          </p:cNvPr>
          <p:cNvSpPr/>
          <p:nvPr/>
        </p:nvSpPr>
        <p:spPr>
          <a:xfrm>
            <a:off x="3079296" y="242265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ACB0BF33-3B15-76FD-4F48-A4561034BBA2}"/>
              </a:ext>
            </a:extLst>
          </p:cNvPr>
          <p:cNvSpPr/>
          <p:nvPr/>
        </p:nvSpPr>
        <p:spPr>
          <a:xfrm>
            <a:off x="3713517" y="241863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19BDC2B-F4D0-C1D3-C0E0-DE27B5D08077}"/>
              </a:ext>
            </a:extLst>
          </p:cNvPr>
          <p:cNvSpPr/>
          <p:nvPr/>
        </p:nvSpPr>
        <p:spPr>
          <a:xfrm>
            <a:off x="3003097" y="224724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C33BF710-DA3E-423E-7B0A-EDACEFAE0A3D}"/>
              </a:ext>
            </a:extLst>
          </p:cNvPr>
          <p:cNvSpPr/>
          <p:nvPr/>
        </p:nvSpPr>
        <p:spPr>
          <a:xfrm>
            <a:off x="3088877" y="134977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41A699E-7D1D-01E8-7508-EB27E13EA319}"/>
              </a:ext>
            </a:extLst>
          </p:cNvPr>
          <p:cNvSpPr/>
          <p:nvPr/>
        </p:nvSpPr>
        <p:spPr>
          <a:xfrm>
            <a:off x="3080658" y="1495020"/>
            <a:ext cx="802925" cy="523621"/>
          </a:xfrm>
          <a:prstGeom prst="rect">
            <a:avLst/>
          </a:prstGeom>
          <a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561" t="-29065" r="-1561" b="-2906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8B1A148-00FA-791E-A3BA-8B0A273E099A}"/>
              </a:ext>
            </a:extLst>
          </p:cNvPr>
          <p:cNvSpPr/>
          <p:nvPr/>
        </p:nvSpPr>
        <p:spPr>
          <a:xfrm>
            <a:off x="3000937" y="204125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6E645B4E-3C7B-D604-FCDD-7C1A8DA44978}"/>
              </a:ext>
            </a:extLst>
          </p:cNvPr>
          <p:cNvSpPr/>
          <p:nvPr/>
        </p:nvSpPr>
        <p:spPr>
          <a:xfrm>
            <a:off x="4150745" y="124888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578AB6C4-668C-E98A-5C5F-76A9AFEB3228}"/>
              </a:ext>
            </a:extLst>
          </p:cNvPr>
          <p:cNvSpPr/>
          <p:nvPr/>
        </p:nvSpPr>
        <p:spPr>
          <a:xfrm>
            <a:off x="4255983" y="242094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A7D448B1-A7C1-E1C6-657F-5690277E8C47}"/>
              </a:ext>
            </a:extLst>
          </p:cNvPr>
          <p:cNvSpPr/>
          <p:nvPr/>
        </p:nvSpPr>
        <p:spPr>
          <a:xfrm>
            <a:off x="4890204" y="241692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79A30E3-D1CC-968A-F95D-6E98642A363A}"/>
              </a:ext>
            </a:extLst>
          </p:cNvPr>
          <p:cNvSpPr/>
          <p:nvPr/>
        </p:nvSpPr>
        <p:spPr>
          <a:xfrm>
            <a:off x="4179784" y="224553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5533F4AD-9522-2E47-42ED-409A8B8B12CC}"/>
              </a:ext>
            </a:extLst>
          </p:cNvPr>
          <p:cNvSpPr/>
          <p:nvPr/>
        </p:nvSpPr>
        <p:spPr>
          <a:xfrm>
            <a:off x="4265564" y="134806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A0151B7-A7B7-7D76-4ACC-21E13A2A00FB}"/>
              </a:ext>
            </a:extLst>
          </p:cNvPr>
          <p:cNvSpPr/>
          <p:nvPr/>
        </p:nvSpPr>
        <p:spPr>
          <a:xfrm>
            <a:off x="4257345" y="1493310"/>
            <a:ext cx="802925" cy="523621"/>
          </a:xfrm>
          <a:prstGeom prst="rect">
            <a:avLst/>
          </a:prstGeom>
          <a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561" t="-29065" r="-1561" b="-2906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22AA8A1-A48D-0C24-8F2B-BA4152C8DA10}"/>
              </a:ext>
            </a:extLst>
          </p:cNvPr>
          <p:cNvSpPr/>
          <p:nvPr/>
        </p:nvSpPr>
        <p:spPr>
          <a:xfrm>
            <a:off x="4177624" y="203954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02836B5B-A7C3-E42C-4FAB-387DF19AC10F}"/>
              </a:ext>
            </a:extLst>
          </p:cNvPr>
          <p:cNvSpPr/>
          <p:nvPr/>
        </p:nvSpPr>
        <p:spPr>
          <a:xfrm>
            <a:off x="5318477" y="1239995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E4B70329-0942-2441-DF00-10AAF4DF908A}"/>
              </a:ext>
            </a:extLst>
          </p:cNvPr>
          <p:cNvSpPr/>
          <p:nvPr/>
        </p:nvSpPr>
        <p:spPr>
          <a:xfrm>
            <a:off x="5423715" y="2412058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4EF9BAF6-6295-B6EA-2E49-E27C5A740F29}"/>
              </a:ext>
            </a:extLst>
          </p:cNvPr>
          <p:cNvSpPr/>
          <p:nvPr/>
        </p:nvSpPr>
        <p:spPr>
          <a:xfrm>
            <a:off x="6057936" y="2408034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620F64B-29B0-E618-DD03-4DDAEE7CCE79}"/>
              </a:ext>
            </a:extLst>
          </p:cNvPr>
          <p:cNvSpPr/>
          <p:nvPr/>
        </p:nvSpPr>
        <p:spPr>
          <a:xfrm>
            <a:off x="5347516" y="2236645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244BF296-1D0A-3B29-C58A-15721F151487}"/>
              </a:ext>
            </a:extLst>
          </p:cNvPr>
          <p:cNvSpPr/>
          <p:nvPr/>
        </p:nvSpPr>
        <p:spPr>
          <a:xfrm>
            <a:off x="5433296" y="1339173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09DB3A90-FE76-DF33-D577-D6A0E02D705D}"/>
              </a:ext>
            </a:extLst>
          </p:cNvPr>
          <p:cNvSpPr/>
          <p:nvPr/>
        </p:nvSpPr>
        <p:spPr>
          <a:xfrm>
            <a:off x="5425077" y="1484423"/>
            <a:ext cx="802925" cy="523621"/>
          </a:xfrm>
          <a:prstGeom prst="rect">
            <a:avLst/>
          </a:prstGeom>
          <a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2922" t="-22190" r="2922" b="-2219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3805FCA-01EB-A9BE-04DB-4F2251D1B694}"/>
              </a:ext>
            </a:extLst>
          </p:cNvPr>
          <p:cNvSpPr/>
          <p:nvPr/>
        </p:nvSpPr>
        <p:spPr>
          <a:xfrm>
            <a:off x="5345356" y="2030659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332B4536-EB42-5D4F-4B4C-D9F4115C2C25}"/>
              </a:ext>
            </a:extLst>
          </p:cNvPr>
          <p:cNvSpPr/>
          <p:nvPr/>
        </p:nvSpPr>
        <p:spPr>
          <a:xfrm>
            <a:off x="1801241" y="1238096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26814A9B-A0EA-6D40-C982-64632777CE0B}"/>
              </a:ext>
            </a:extLst>
          </p:cNvPr>
          <p:cNvSpPr/>
          <p:nvPr/>
        </p:nvSpPr>
        <p:spPr>
          <a:xfrm>
            <a:off x="1906479" y="2410159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1B30B8CF-74D3-62D4-A53F-FBCD3C41E64C}"/>
              </a:ext>
            </a:extLst>
          </p:cNvPr>
          <p:cNvSpPr/>
          <p:nvPr/>
        </p:nvSpPr>
        <p:spPr>
          <a:xfrm>
            <a:off x="2540700" y="2406135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8A0430E-7999-7524-ADB1-4115194C8E6E}"/>
              </a:ext>
            </a:extLst>
          </p:cNvPr>
          <p:cNvSpPr/>
          <p:nvPr/>
        </p:nvSpPr>
        <p:spPr>
          <a:xfrm>
            <a:off x="1830280" y="2234746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D47D43AC-6615-0A61-3252-CC28CC4700B5}"/>
              </a:ext>
            </a:extLst>
          </p:cNvPr>
          <p:cNvSpPr/>
          <p:nvPr/>
        </p:nvSpPr>
        <p:spPr>
          <a:xfrm>
            <a:off x="1916060" y="1337274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AB6CB360-1303-CACC-F475-01F06448D507}"/>
              </a:ext>
            </a:extLst>
          </p:cNvPr>
          <p:cNvSpPr/>
          <p:nvPr/>
        </p:nvSpPr>
        <p:spPr>
          <a:xfrm>
            <a:off x="1907841" y="1482524"/>
            <a:ext cx="802925" cy="523621"/>
          </a:xfrm>
          <a:prstGeom prst="rect">
            <a:avLst/>
          </a:prstGeom>
          <a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561" t="-29065" r="-1561" b="-2906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48930D0-4A21-FCA1-CB8E-6808D09C3ED3}"/>
              </a:ext>
            </a:extLst>
          </p:cNvPr>
          <p:cNvSpPr/>
          <p:nvPr/>
        </p:nvSpPr>
        <p:spPr>
          <a:xfrm>
            <a:off x="1828120" y="2028760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557020CB-3F3E-61EA-6D55-BA06CA405F64}"/>
              </a:ext>
            </a:extLst>
          </p:cNvPr>
          <p:cNvSpPr/>
          <p:nvPr/>
        </p:nvSpPr>
        <p:spPr>
          <a:xfrm>
            <a:off x="615719" y="123822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594E7754-5E03-4FD6-B1B8-91DAE7946A6E}"/>
              </a:ext>
            </a:extLst>
          </p:cNvPr>
          <p:cNvSpPr/>
          <p:nvPr/>
        </p:nvSpPr>
        <p:spPr>
          <a:xfrm>
            <a:off x="720957" y="241028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5B4E8490-DEF4-F429-CBF6-2B005B2B04FE}"/>
              </a:ext>
            </a:extLst>
          </p:cNvPr>
          <p:cNvSpPr/>
          <p:nvPr/>
        </p:nvSpPr>
        <p:spPr>
          <a:xfrm>
            <a:off x="1355178" y="240625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4BC285B-D38D-3AB3-21BB-BD1E559DEB08}"/>
              </a:ext>
            </a:extLst>
          </p:cNvPr>
          <p:cNvSpPr/>
          <p:nvPr/>
        </p:nvSpPr>
        <p:spPr>
          <a:xfrm>
            <a:off x="644758" y="223487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81C04EAE-BA76-5CD4-3596-5771F134490B}"/>
              </a:ext>
            </a:extLst>
          </p:cNvPr>
          <p:cNvSpPr/>
          <p:nvPr/>
        </p:nvSpPr>
        <p:spPr>
          <a:xfrm>
            <a:off x="730538" y="133739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AC27031-1CEC-EC7A-DA7E-E6CA8AB15D1F}"/>
              </a:ext>
            </a:extLst>
          </p:cNvPr>
          <p:cNvSpPr/>
          <p:nvPr/>
        </p:nvSpPr>
        <p:spPr>
          <a:xfrm>
            <a:off x="722319" y="1482648"/>
            <a:ext cx="802925" cy="523621"/>
          </a:xfrm>
          <a:prstGeom prst="rect">
            <a:avLst/>
          </a:prstGeom>
          <a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561" t="-29065" r="-1561" b="-2906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DC2859F-0DEC-6456-D35D-E1D5F86ABF0B}"/>
              </a:ext>
            </a:extLst>
          </p:cNvPr>
          <p:cNvSpPr/>
          <p:nvPr/>
        </p:nvSpPr>
        <p:spPr>
          <a:xfrm>
            <a:off x="642598" y="202888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52186D2-04DA-F9E5-ECAB-91BBDE18096A}"/>
              </a:ext>
            </a:extLst>
          </p:cNvPr>
          <p:cNvSpPr/>
          <p:nvPr/>
        </p:nvSpPr>
        <p:spPr>
          <a:xfrm>
            <a:off x="2974058" y="299217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41BB2BAD-68E7-9D16-B810-11006A31184E}"/>
              </a:ext>
            </a:extLst>
          </p:cNvPr>
          <p:cNvSpPr/>
          <p:nvPr/>
        </p:nvSpPr>
        <p:spPr>
          <a:xfrm>
            <a:off x="3079296" y="416423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D16D80F-633F-E490-BF0B-DCE03BB79125}"/>
              </a:ext>
            </a:extLst>
          </p:cNvPr>
          <p:cNvSpPr/>
          <p:nvPr/>
        </p:nvSpPr>
        <p:spPr>
          <a:xfrm>
            <a:off x="3713517" y="416020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731B2EE-A9AB-B4C7-2AA7-11FF01DC68CE}"/>
              </a:ext>
            </a:extLst>
          </p:cNvPr>
          <p:cNvSpPr/>
          <p:nvPr/>
        </p:nvSpPr>
        <p:spPr>
          <a:xfrm>
            <a:off x="3003097" y="398882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0B076D3D-7516-E5E6-F2EB-702461997EEE}"/>
              </a:ext>
            </a:extLst>
          </p:cNvPr>
          <p:cNvSpPr/>
          <p:nvPr/>
        </p:nvSpPr>
        <p:spPr>
          <a:xfrm>
            <a:off x="3088877" y="309134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7287DEE-CAE9-9963-2ADC-FFA5ADE5F6D4}"/>
              </a:ext>
            </a:extLst>
          </p:cNvPr>
          <p:cNvSpPr/>
          <p:nvPr/>
        </p:nvSpPr>
        <p:spPr>
          <a:xfrm>
            <a:off x="3080658" y="3236598"/>
            <a:ext cx="802925" cy="523621"/>
          </a:xfrm>
          <a:prstGeom prst="rect">
            <a:avLst/>
          </a:prstGeom>
          <a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6045" t="-35940" r="-6045" b="-3594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DC37BD3-43F5-B55D-BD66-599BC0F01350}"/>
              </a:ext>
            </a:extLst>
          </p:cNvPr>
          <p:cNvSpPr/>
          <p:nvPr/>
        </p:nvSpPr>
        <p:spPr>
          <a:xfrm>
            <a:off x="3000937" y="378283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0665E0DA-793F-C2CB-3114-DC5BDE192BE4}"/>
              </a:ext>
            </a:extLst>
          </p:cNvPr>
          <p:cNvSpPr/>
          <p:nvPr/>
        </p:nvSpPr>
        <p:spPr>
          <a:xfrm>
            <a:off x="4150745" y="299046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C345503B-D448-5052-9F4A-7F9F8E3E72CD}"/>
              </a:ext>
            </a:extLst>
          </p:cNvPr>
          <p:cNvSpPr/>
          <p:nvPr/>
        </p:nvSpPr>
        <p:spPr>
          <a:xfrm>
            <a:off x="4255983" y="416252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8163DC15-488D-180D-6937-8A7E3DAF4F22}"/>
              </a:ext>
            </a:extLst>
          </p:cNvPr>
          <p:cNvSpPr/>
          <p:nvPr/>
        </p:nvSpPr>
        <p:spPr>
          <a:xfrm>
            <a:off x="4890204" y="415849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03A882A-3745-162B-391C-8E5C61061916}"/>
              </a:ext>
            </a:extLst>
          </p:cNvPr>
          <p:cNvSpPr/>
          <p:nvPr/>
        </p:nvSpPr>
        <p:spPr>
          <a:xfrm>
            <a:off x="4179784" y="398711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7E26E12A-2387-1AA0-EFD7-F6C59A373C27}"/>
              </a:ext>
            </a:extLst>
          </p:cNvPr>
          <p:cNvSpPr/>
          <p:nvPr/>
        </p:nvSpPr>
        <p:spPr>
          <a:xfrm>
            <a:off x="4265564" y="308963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4C92453-3F6E-C190-2DC5-3506D780A8AE}"/>
              </a:ext>
            </a:extLst>
          </p:cNvPr>
          <p:cNvSpPr/>
          <p:nvPr/>
        </p:nvSpPr>
        <p:spPr>
          <a:xfrm>
            <a:off x="4257345" y="3234888"/>
            <a:ext cx="802925" cy="523621"/>
          </a:xfrm>
          <a:prstGeom prst="rect">
            <a:avLst/>
          </a:prstGeom>
          <a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6045" t="-35940" r="-6045" b="-3594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BCA2A5E-879C-5775-853D-B58AE8AB99EB}"/>
              </a:ext>
            </a:extLst>
          </p:cNvPr>
          <p:cNvSpPr/>
          <p:nvPr/>
        </p:nvSpPr>
        <p:spPr>
          <a:xfrm>
            <a:off x="4177624" y="378112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512ED1FF-33D3-F1F2-A2DC-2646FC7E4595}"/>
              </a:ext>
            </a:extLst>
          </p:cNvPr>
          <p:cNvSpPr/>
          <p:nvPr/>
        </p:nvSpPr>
        <p:spPr>
          <a:xfrm>
            <a:off x="5318477" y="298157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39EB7F8D-5026-2686-767D-6F84A0A581C8}"/>
              </a:ext>
            </a:extLst>
          </p:cNvPr>
          <p:cNvSpPr/>
          <p:nvPr/>
        </p:nvSpPr>
        <p:spPr>
          <a:xfrm>
            <a:off x="5423715" y="415363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11FE8280-17ED-3B3E-D943-9CD336A298AA}"/>
              </a:ext>
            </a:extLst>
          </p:cNvPr>
          <p:cNvSpPr/>
          <p:nvPr/>
        </p:nvSpPr>
        <p:spPr>
          <a:xfrm>
            <a:off x="6057936" y="414961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47B61F04-3153-21D4-AA21-5EC8814C7DC1}"/>
              </a:ext>
            </a:extLst>
          </p:cNvPr>
          <p:cNvSpPr/>
          <p:nvPr/>
        </p:nvSpPr>
        <p:spPr>
          <a:xfrm>
            <a:off x="5347516" y="397822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8D551AF1-ECE8-A6CF-2CD5-9C00C1754F4D}"/>
              </a:ext>
            </a:extLst>
          </p:cNvPr>
          <p:cNvSpPr/>
          <p:nvPr/>
        </p:nvSpPr>
        <p:spPr>
          <a:xfrm>
            <a:off x="5433296" y="308075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52E1F79-FAF3-EE4C-B893-55E3CB94949C}"/>
              </a:ext>
            </a:extLst>
          </p:cNvPr>
          <p:cNvSpPr/>
          <p:nvPr/>
        </p:nvSpPr>
        <p:spPr>
          <a:xfrm>
            <a:off x="5425077" y="3226001"/>
            <a:ext cx="802925" cy="523621"/>
          </a:xfrm>
          <a:prstGeom prst="rect">
            <a:avLst/>
          </a:prstGeom>
          <a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7254" t="-53128" r="-17254" b="-53128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39250D69-59D0-2096-0754-C6BBAA1FE37B}"/>
              </a:ext>
            </a:extLst>
          </p:cNvPr>
          <p:cNvSpPr/>
          <p:nvPr/>
        </p:nvSpPr>
        <p:spPr>
          <a:xfrm>
            <a:off x="5345356" y="377223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1520E66C-62DD-FCC9-6956-424C224A64CB}"/>
              </a:ext>
            </a:extLst>
          </p:cNvPr>
          <p:cNvSpPr/>
          <p:nvPr/>
        </p:nvSpPr>
        <p:spPr>
          <a:xfrm>
            <a:off x="1801241" y="2979674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C5768DBC-0BC3-8EAD-9455-CFFB42F83E98}"/>
              </a:ext>
            </a:extLst>
          </p:cNvPr>
          <p:cNvSpPr/>
          <p:nvPr/>
        </p:nvSpPr>
        <p:spPr>
          <a:xfrm>
            <a:off x="1906479" y="4151737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0442A9E2-F1EE-F267-F6E2-1C1EA7337843}"/>
              </a:ext>
            </a:extLst>
          </p:cNvPr>
          <p:cNvSpPr/>
          <p:nvPr/>
        </p:nvSpPr>
        <p:spPr>
          <a:xfrm>
            <a:off x="2540700" y="4147713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20FF73F6-4CB6-75F5-2187-9277A7D2893A}"/>
              </a:ext>
            </a:extLst>
          </p:cNvPr>
          <p:cNvSpPr/>
          <p:nvPr/>
        </p:nvSpPr>
        <p:spPr>
          <a:xfrm>
            <a:off x="1830280" y="3976324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8A63DAD2-C64C-6E7E-EEC5-26FC38EDB3F8}"/>
              </a:ext>
            </a:extLst>
          </p:cNvPr>
          <p:cNvSpPr/>
          <p:nvPr/>
        </p:nvSpPr>
        <p:spPr>
          <a:xfrm>
            <a:off x="1916060" y="3078852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1A4A3229-5B53-BC10-6056-2AF7362F10DC}"/>
              </a:ext>
            </a:extLst>
          </p:cNvPr>
          <p:cNvSpPr/>
          <p:nvPr/>
        </p:nvSpPr>
        <p:spPr>
          <a:xfrm>
            <a:off x="1907841" y="3224102"/>
            <a:ext cx="802925" cy="523621"/>
          </a:xfrm>
          <a:prstGeom prst="rect">
            <a:avLst/>
          </a:prstGeom>
          <a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804" t="-32503" r="-3804" b="-3250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8ED33F09-B57C-23F4-C92D-2E5ED6DC6C7D}"/>
              </a:ext>
            </a:extLst>
          </p:cNvPr>
          <p:cNvSpPr/>
          <p:nvPr/>
        </p:nvSpPr>
        <p:spPr>
          <a:xfrm>
            <a:off x="1828120" y="3770338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167102A5-B1A1-2E26-590D-DCB62CB6CB14}"/>
              </a:ext>
            </a:extLst>
          </p:cNvPr>
          <p:cNvSpPr/>
          <p:nvPr/>
        </p:nvSpPr>
        <p:spPr>
          <a:xfrm>
            <a:off x="615719" y="2979798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D583F8D6-3D04-6B50-60C1-C893FB98A3F7}"/>
              </a:ext>
            </a:extLst>
          </p:cNvPr>
          <p:cNvSpPr/>
          <p:nvPr/>
        </p:nvSpPr>
        <p:spPr>
          <a:xfrm>
            <a:off x="720957" y="4151861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D607C0FD-AE14-EBEB-A9C1-BF30D06799B6}"/>
              </a:ext>
            </a:extLst>
          </p:cNvPr>
          <p:cNvSpPr/>
          <p:nvPr/>
        </p:nvSpPr>
        <p:spPr>
          <a:xfrm>
            <a:off x="1355178" y="4147837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9893620-39D5-055B-46CF-A5BA5031F63F}"/>
              </a:ext>
            </a:extLst>
          </p:cNvPr>
          <p:cNvSpPr/>
          <p:nvPr/>
        </p:nvSpPr>
        <p:spPr>
          <a:xfrm>
            <a:off x="644758" y="3976448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B41615CD-8E4D-6BAD-8399-4AA45A66395D}"/>
              </a:ext>
            </a:extLst>
          </p:cNvPr>
          <p:cNvSpPr/>
          <p:nvPr/>
        </p:nvSpPr>
        <p:spPr>
          <a:xfrm>
            <a:off x="730538" y="3078976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09C965FB-3FE4-069C-2699-3CA0AA2730BC}"/>
              </a:ext>
            </a:extLst>
          </p:cNvPr>
          <p:cNvSpPr/>
          <p:nvPr/>
        </p:nvSpPr>
        <p:spPr>
          <a:xfrm>
            <a:off x="722319" y="3224226"/>
            <a:ext cx="802925" cy="523621"/>
          </a:xfrm>
          <a:prstGeom prst="rect">
            <a:avLst/>
          </a:prstGeom>
          <a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6045" t="-35940" r="-6045" b="-3594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EAD84F53-917E-D49B-E2D6-F05C2460C449}"/>
              </a:ext>
            </a:extLst>
          </p:cNvPr>
          <p:cNvSpPr/>
          <p:nvPr/>
        </p:nvSpPr>
        <p:spPr>
          <a:xfrm>
            <a:off x="642598" y="3770462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7E317F24-93E7-EAA0-2DB0-F139E4305C4E}"/>
              </a:ext>
            </a:extLst>
          </p:cNvPr>
          <p:cNvSpPr/>
          <p:nvPr/>
        </p:nvSpPr>
        <p:spPr>
          <a:xfrm>
            <a:off x="2974058" y="476759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93EDF674-0D7D-EE5D-9079-2F1E3452B755}"/>
              </a:ext>
            </a:extLst>
          </p:cNvPr>
          <p:cNvSpPr/>
          <p:nvPr/>
        </p:nvSpPr>
        <p:spPr>
          <a:xfrm>
            <a:off x="3079296" y="593965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D5158F85-7417-E3A3-5F1F-3139F98386B4}"/>
              </a:ext>
            </a:extLst>
          </p:cNvPr>
          <p:cNvSpPr/>
          <p:nvPr/>
        </p:nvSpPr>
        <p:spPr>
          <a:xfrm>
            <a:off x="3713517" y="593563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2FCEA647-5DBC-3018-DBA5-D1DA25689923}"/>
              </a:ext>
            </a:extLst>
          </p:cNvPr>
          <p:cNvSpPr/>
          <p:nvPr/>
        </p:nvSpPr>
        <p:spPr>
          <a:xfrm>
            <a:off x="3003097" y="576424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9E8497BC-3D07-2610-367C-F2C0A95886CE}"/>
              </a:ext>
            </a:extLst>
          </p:cNvPr>
          <p:cNvSpPr/>
          <p:nvPr/>
        </p:nvSpPr>
        <p:spPr>
          <a:xfrm>
            <a:off x="3088877" y="486677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D4CB2B43-F3E5-D002-97BA-640E32A517A9}"/>
              </a:ext>
            </a:extLst>
          </p:cNvPr>
          <p:cNvSpPr/>
          <p:nvPr/>
        </p:nvSpPr>
        <p:spPr>
          <a:xfrm>
            <a:off x="3080658" y="5012021"/>
            <a:ext cx="802925" cy="523621"/>
          </a:xfrm>
          <a:prstGeom prst="rect">
            <a:avLst/>
          </a:prstGeom>
          <a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561" t="-29065" r="-1561" b="-2906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1FCA899-509A-154B-796C-A45416D19C13}"/>
              </a:ext>
            </a:extLst>
          </p:cNvPr>
          <p:cNvSpPr/>
          <p:nvPr/>
        </p:nvSpPr>
        <p:spPr>
          <a:xfrm>
            <a:off x="3000937" y="555825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900D975E-3712-FA34-BC5B-CE6EC30E1716}"/>
              </a:ext>
            </a:extLst>
          </p:cNvPr>
          <p:cNvSpPr/>
          <p:nvPr/>
        </p:nvSpPr>
        <p:spPr>
          <a:xfrm>
            <a:off x="4150745" y="476588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030897F4-650E-4281-E693-065AAD7EFAF4}"/>
              </a:ext>
            </a:extLst>
          </p:cNvPr>
          <p:cNvSpPr/>
          <p:nvPr/>
        </p:nvSpPr>
        <p:spPr>
          <a:xfrm>
            <a:off x="4255983" y="593794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34910641-EDCC-DBF9-04BF-12F29B8BF5E4}"/>
              </a:ext>
            </a:extLst>
          </p:cNvPr>
          <p:cNvSpPr/>
          <p:nvPr/>
        </p:nvSpPr>
        <p:spPr>
          <a:xfrm>
            <a:off x="4890204" y="593392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1D3647C4-99C8-F769-4DE2-E1829431E423}"/>
              </a:ext>
            </a:extLst>
          </p:cNvPr>
          <p:cNvSpPr/>
          <p:nvPr/>
        </p:nvSpPr>
        <p:spPr>
          <a:xfrm>
            <a:off x="4179784" y="576253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79C39A9E-762E-611E-5515-43A299640216}"/>
              </a:ext>
            </a:extLst>
          </p:cNvPr>
          <p:cNvSpPr/>
          <p:nvPr/>
        </p:nvSpPr>
        <p:spPr>
          <a:xfrm>
            <a:off x="4265564" y="486506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7D621552-BC63-C362-78F8-A55F42D67921}"/>
              </a:ext>
            </a:extLst>
          </p:cNvPr>
          <p:cNvSpPr/>
          <p:nvPr/>
        </p:nvSpPr>
        <p:spPr>
          <a:xfrm>
            <a:off x="4257345" y="5010311"/>
            <a:ext cx="802925" cy="523621"/>
          </a:xfrm>
          <a:prstGeom prst="rect">
            <a:avLst/>
          </a:prstGeom>
          <a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561" t="-29065" r="-1561" b="-2906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A77F1D1A-549A-37B5-AEF8-C8D791081092}"/>
              </a:ext>
            </a:extLst>
          </p:cNvPr>
          <p:cNvSpPr/>
          <p:nvPr/>
        </p:nvSpPr>
        <p:spPr>
          <a:xfrm>
            <a:off x="4177624" y="555654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811633D0-621E-0A4C-AB5A-A838DE04944B}"/>
              </a:ext>
            </a:extLst>
          </p:cNvPr>
          <p:cNvSpPr/>
          <p:nvPr/>
        </p:nvSpPr>
        <p:spPr>
          <a:xfrm>
            <a:off x="1801241" y="4755097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D9CDD446-713E-FFBD-C1AE-430202EA8184}"/>
              </a:ext>
            </a:extLst>
          </p:cNvPr>
          <p:cNvSpPr/>
          <p:nvPr/>
        </p:nvSpPr>
        <p:spPr>
          <a:xfrm>
            <a:off x="1906479" y="5927160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499C7D44-7A56-DC49-ABDA-96F48BB14F99}"/>
              </a:ext>
            </a:extLst>
          </p:cNvPr>
          <p:cNvSpPr/>
          <p:nvPr/>
        </p:nvSpPr>
        <p:spPr>
          <a:xfrm>
            <a:off x="2540700" y="5923136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B7DF23AB-A886-8785-6F16-1137B1C78205}"/>
              </a:ext>
            </a:extLst>
          </p:cNvPr>
          <p:cNvSpPr/>
          <p:nvPr/>
        </p:nvSpPr>
        <p:spPr>
          <a:xfrm>
            <a:off x="1830280" y="5751747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6D1FB2F4-F362-EDFB-C855-756CC8BEE22D}"/>
              </a:ext>
            </a:extLst>
          </p:cNvPr>
          <p:cNvSpPr/>
          <p:nvPr/>
        </p:nvSpPr>
        <p:spPr>
          <a:xfrm>
            <a:off x="1916060" y="4854275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6F08EC3A-18A8-A066-6D03-219BC089C7B1}"/>
              </a:ext>
            </a:extLst>
          </p:cNvPr>
          <p:cNvSpPr/>
          <p:nvPr/>
        </p:nvSpPr>
        <p:spPr>
          <a:xfrm>
            <a:off x="1907841" y="4999525"/>
            <a:ext cx="802925" cy="523621"/>
          </a:xfrm>
          <a:prstGeom prst="rect">
            <a:avLst/>
          </a:prstGeom>
          <a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6045" t="-35940" r="-6045" b="-3594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73B45CEA-B2B7-5F57-A1D4-C8EFFE695495}"/>
              </a:ext>
            </a:extLst>
          </p:cNvPr>
          <p:cNvSpPr/>
          <p:nvPr/>
        </p:nvSpPr>
        <p:spPr>
          <a:xfrm>
            <a:off x="1828120" y="5545761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980E84C7-B238-F9A6-319C-72ABEED77558}"/>
              </a:ext>
            </a:extLst>
          </p:cNvPr>
          <p:cNvSpPr/>
          <p:nvPr/>
        </p:nvSpPr>
        <p:spPr>
          <a:xfrm>
            <a:off x="615719" y="4755221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E08B2C18-7C36-9290-70A5-354C7E95A0AE}"/>
              </a:ext>
            </a:extLst>
          </p:cNvPr>
          <p:cNvSpPr/>
          <p:nvPr/>
        </p:nvSpPr>
        <p:spPr>
          <a:xfrm>
            <a:off x="720957" y="5927284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92D1DB35-490D-F881-53FA-D3EE505F806D}"/>
              </a:ext>
            </a:extLst>
          </p:cNvPr>
          <p:cNvSpPr/>
          <p:nvPr/>
        </p:nvSpPr>
        <p:spPr>
          <a:xfrm>
            <a:off x="1355178" y="5923260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90C35188-A174-2ADE-F1EB-60E1F18A8874}"/>
              </a:ext>
            </a:extLst>
          </p:cNvPr>
          <p:cNvSpPr/>
          <p:nvPr/>
        </p:nvSpPr>
        <p:spPr>
          <a:xfrm>
            <a:off x="644758" y="5751871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665DE080-81F1-F9DA-A071-14BAA95F63DF}"/>
              </a:ext>
            </a:extLst>
          </p:cNvPr>
          <p:cNvSpPr/>
          <p:nvPr/>
        </p:nvSpPr>
        <p:spPr>
          <a:xfrm>
            <a:off x="730538" y="4854399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F0325E5C-0D10-2E47-B44E-0B6C735B0A97}"/>
              </a:ext>
            </a:extLst>
          </p:cNvPr>
          <p:cNvSpPr/>
          <p:nvPr/>
        </p:nvSpPr>
        <p:spPr>
          <a:xfrm>
            <a:off x="722319" y="4999649"/>
            <a:ext cx="802925" cy="523621"/>
          </a:xfrm>
          <a:prstGeom prst="rect">
            <a:avLst/>
          </a:prstGeom>
          <a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6045" t="-35940" r="-6045" b="-3594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B57EC06C-A469-49C9-1BBB-77FFCD572BA5}"/>
              </a:ext>
            </a:extLst>
          </p:cNvPr>
          <p:cNvSpPr/>
          <p:nvPr/>
        </p:nvSpPr>
        <p:spPr>
          <a:xfrm>
            <a:off x="642598" y="5545885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</p:spTree>
    <p:extLst>
      <p:ext uri="{BB962C8B-B14F-4D97-AF65-F5344CB8AC3E}">
        <p14:creationId xmlns:p14="http://schemas.microsoft.com/office/powerpoint/2010/main" val="3022228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9256D-C428-62F1-263A-D9B90FEC1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71AF34-B480-A39B-AE0A-EEB984A6E5AE}"/>
              </a:ext>
            </a:extLst>
          </p:cNvPr>
          <p:cNvSpPr/>
          <p:nvPr/>
        </p:nvSpPr>
        <p:spPr>
          <a:xfrm>
            <a:off x="-72571" y="-42873"/>
            <a:ext cx="7006771" cy="518844"/>
          </a:xfrm>
          <a:prstGeom prst="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F8C5FDCB-3E1B-D74B-0576-D0BC4117EB20}"/>
              </a:ext>
            </a:extLst>
          </p:cNvPr>
          <p:cNvSpPr/>
          <p:nvPr/>
        </p:nvSpPr>
        <p:spPr>
          <a:xfrm>
            <a:off x="1650206" y="110326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2A4942-164F-3AF0-60CA-48B69B5A81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95" y="-203104"/>
            <a:ext cx="867300" cy="867300"/>
          </a:xfrm>
          <a:prstGeom prst="rect">
            <a:avLst/>
          </a:prstGeom>
        </p:spPr>
      </p:pic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FB067F78-BC8E-BE8C-3FD7-531A4A1C92A9}"/>
              </a:ext>
            </a:extLst>
          </p:cNvPr>
          <p:cNvSpPr/>
          <p:nvPr/>
        </p:nvSpPr>
        <p:spPr>
          <a:xfrm>
            <a:off x="4136231" y="110330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B3953E-A13A-D44D-C10B-C8EE6B1300B3}"/>
              </a:ext>
            </a:extLst>
          </p:cNvPr>
          <p:cNvSpPr/>
          <p:nvPr/>
        </p:nvSpPr>
        <p:spPr>
          <a:xfrm>
            <a:off x="1975247" y="110327"/>
            <a:ext cx="2407444" cy="2409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83A9B7-1A63-2C00-49B2-BB807C637EC3}"/>
              </a:ext>
            </a:extLst>
          </p:cNvPr>
          <p:cNvSpPr txBox="1"/>
          <p:nvPr/>
        </p:nvSpPr>
        <p:spPr>
          <a:xfrm>
            <a:off x="1735931" y="123206"/>
            <a:ext cx="48577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>
                <a:solidFill>
                  <a:schemeClr val="bg1">
                    <a:lumMod val="50000"/>
                  </a:schemeClr>
                </a:solidFill>
              </a:rPr>
              <a:t>Search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0C01FA-88C4-C421-3D11-77F8A926F2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789" y="178711"/>
            <a:ext cx="114300" cy="114300"/>
          </a:xfrm>
          <a:prstGeom prst="rect">
            <a:avLst/>
          </a:prstGeom>
        </p:spPr>
      </p:pic>
      <p:pic>
        <p:nvPicPr>
          <p:cNvPr id="13" name="Picture 12">
            <a:hlinkClick r:id="rId4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8B33C474-7901-B4E2-B5E7-4B15D54115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124" y="166580"/>
            <a:ext cx="175426" cy="1754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ABA5FD6-36D5-46CC-C4BF-4AA3295669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975" y="153571"/>
            <a:ext cx="191297" cy="188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524DB77-BBFC-B68B-380C-EEB92D18B6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593" y="147861"/>
            <a:ext cx="195732" cy="195732"/>
          </a:xfrm>
          <a:prstGeom prst="rect">
            <a:avLst/>
          </a:prstGeom>
        </p:spPr>
      </p:pic>
      <p:pic>
        <p:nvPicPr>
          <p:cNvPr id="16" name="Picture 15">
            <a:hlinkClick r:id="rId9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663DDDA1-64F9-BB8A-2F7B-BB06FD2F338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16" y="114028"/>
            <a:ext cx="246459" cy="246459"/>
          </a:xfrm>
          <a:prstGeom prst="rect">
            <a:avLst/>
          </a:prstGeom>
        </p:spPr>
      </p:pic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67D1DC3-AF76-83C7-E9DC-B1A7D17F6EA9}"/>
              </a:ext>
            </a:extLst>
          </p:cNvPr>
          <p:cNvSpPr/>
          <p:nvPr/>
        </p:nvSpPr>
        <p:spPr>
          <a:xfrm>
            <a:off x="-72571" y="8284021"/>
            <a:ext cx="7006771" cy="1999349"/>
          </a:xfrm>
          <a:prstGeom prst="round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DD74BA8B-4E97-1B1F-A578-778858AD7AB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516" y="8269121"/>
            <a:ext cx="1668550" cy="1668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125093-D6B9-7D17-991F-6D32BFDEFB08}"/>
              </a:ext>
            </a:extLst>
          </p:cNvPr>
          <p:cNvSpPr txBox="1"/>
          <p:nvPr/>
        </p:nvSpPr>
        <p:spPr>
          <a:xfrm>
            <a:off x="678266" y="8505808"/>
            <a:ext cx="131881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CUSTOMER SERVICE</a:t>
            </a:r>
          </a:p>
          <a:p>
            <a:endParaRPr lang="en-PH" sz="12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Cancellation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Delivery</a:t>
            </a:r>
          </a:p>
          <a:p>
            <a:r>
              <a:rPr lang="en-PH" sz="600" dirty="0">
                <a:solidFill>
                  <a:schemeClr val="bg1"/>
                </a:solidFill>
              </a:rPr>
              <a:t>Order Verification</a:t>
            </a:r>
          </a:p>
          <a:p>
            <a:r>
              <a:rPr lang="en-PH" sz="600" dirty="0">
                <a:solidFill>
                  <a:schemeClr val="bg1"/>
                </a:solidFill>
              </a:rPr>
              <a:t>Payment 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Privacy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Terms and Conditions</a:t>
            </a:r>
          </a:p>
          <a:p>
            <a:r>
              <a:rPr lang="en-PH" sz="600" dirty="0">
                <a:solidFill>
                  <a:schemeClr val="bg1"/>
                </a:solidFill>
              </a:rPr>
              <a:t>Warranty</a:t>
            </a:r>
            <a:endParaRPr lang="en-PH" sz="11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080C00-0D4A-7A2B-E4CC-1285F693DF58}"/>
              </a:ext>
            </a:extLst>
          </p:cNvPr>
          <p:cNvSpPr txBox="1"/>
          <p:nvPr/>
        </p:nvSpPr>
        <p:spPr>
          <a:xfrm>
            <a:off x="1996061" y="8505808"/>
            <a:ext cx="1318813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COMPANY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Careers</a:t>
            </a:r>
          </a:p>
          <a:p>
            <a:r>
              <a:rPr lang="en-PH" sz="600" dirty="0">
                <a:solidFill>
                  <a:schemeClr val="bg1"/>
                </a:solidFill>
              </a:rPr>
              <a:t>Contact Us</a:t>
            </a:r>
          </a:p>
          <a:p>
            <a:r>
              <a:rPr lang="en-PH" sz="600" dirty="0">
                <a:solidFill>
                  <a:schemeClr val="bg1"/>
                </a:solidFill>
              </a:rPr>
              <a:t>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News and Articles</a:t>
            </a:r>
          </a:p>
          <a:p>
            <a:r>
              <a:rPr lang="en-PH" sz="600" dirty="0">
                <a:solidFill>
                  <a:schemeClr val="bg1"/>
                </a:solidFill>
              </a:rPr>
              <a:t>Our Company</a:t>
            </a:r>
          </a:p>
          <a:p>
            <a:r>
              <a:rPr lang="en-PH" sz="600" dirty="0">
                <a:solidFill>
                  <a:schemeClr val="bg1"/>
                </a:solidFill>
              </a:rPr>
              <a:t>Reviews</a:t>
            </a:r>
          </a:p>
          <a:p>
            <a:r>
              <a:rPr lang="en-PH" sz="600" dirty="0">
                <a:solidFill>
                  <a:schemeClr val="bg1"/>
                </a:solidFill>
              </a:rPr>
              <a:t>Store Locations</a:t>
            </a:r>
            <a:endParaRPr lang="en-PH" sz="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A51017-17B2-16EA-032A-92791B30828C}"/>
              </a:ext>
            </a:extLst>
          </p:cNvPr>
          <p:cNvSpPr txBox="1"/>
          <p:nvPr/>
        </p:nvSpPr>
        <p:spPr>
          <a:xfrm>
            <a:off x="3000937" y="8508634"/>
            <a:ext cx="131881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LINKS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Gadget Spot Corporate</a:t>
            </a:r>
          </a:p>
          <a:p>
            <a:r>
              <a:rPr lang="en-PH" sz="600" dirty="0">
                <a:solidFill>
                  <a:schemeClr val="bg1"/>
                </a:solidFill>
              </a:rPr>
              <a:t>Gadget Spot Community</a:t>
            </a:r>
          </a:p>
          <a:p>
            <a:r>
              <a:rPr lang="en-PH" sz="600" dirty="0">
                <a:solidFill>
                  <a:schemeClr val="bg1"/>
                </a:solidFill>
              </a:rPr>
              <a:t>Lazada Official Store</a:t>
            </a:r>
          </a:p>
          <a:p>
            <a:r>
              <a:rPr lang="en-PH" sz="600" dirty="0">
                <a:solidFill>
                  <a:schemeClr val="bg1"/>
                </a:solidFill>
              </a:rPr>
              <a:t>Shopee Official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0A4D72-74DD-D2EE-4DA9-347919CC56CB}"/>
              </a:ext>
            </a:extLst>
          </p:cNvPr>
          <p:cNvSpPr txBox="1"/>
          <p:nvPr/>
        </p:nvSpPr>
        <p:spPr>
          <a:xfrm>
            <a:off x="2808861" y="9712247"/>
            <a:ext cx="1362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50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©2026 Gadget SPOT. ALL RIGHTS RESERVED</a:t>
            </a:r>
            <a:endParaRPr lang="en-PH" sz="5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4460F2A-F5C3-B386-6D38-524BB91E0B99}"/>
              </a:ext>
            </a:extLst>
          </p:cNvPr>
          <p:cNvSpPr txBox="1"/>
          <p:nvPr/>
        </p:nvSpPr>
        <p:spPr>
          <a:xfrm>
            <a:off x="637251" y="758739"/>
            <a:ext cx="1284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Franklin Gothic Demi" panose="020B0703020102020204" pitchFamily="34" charset="0"/>
                <a:hlinkClick r:id="rId12" action="ppaction://hlinksldjump">
                  <a:snd r:embed="rId5" name="click.wav"/>
                </a:hlinkClick>
              </a:rPr>
              <a:t>PRODUCTS</a:t>
            </a:r>
            <a:r>
              <a:rPr lang="en-US" sz="900" dirty="0">
                <a:latin typeface="Franklin Gothic Demi" panose="020B0703020102020204" pitchFamily="34" charset="0"/>
              </a:rPr>
              <a:t> &gt; </a:t>
            </a:r>
            <a:r>
              <a:rPr lang="en-US" sz="900" b="1" u="sng" dirty="0">
                <a:latin typeface="Franklin Gothic Demi" panose="020B0703020102020204" pitchFamily="34" charset="0"/>
              </a:rPr>
              <a:t>MOUSE </a:t>
            </a:r>
            <a:endParaRPr lang="en-PH" sz="900" b="1" u="sng" dirty="0">
              <a:latin typeface="Franklin Gothic Demi" panose="020B0703020102020204" pitchFamily="34" charset="0"/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FD3CD52B-AFCF-A669-3FC4-DA83FEDC1B8C}"/>
              </a:ext>
            </a:extLst>
          </p:cNvPr>
          <p:cNvSpPr/>
          <p:nvPr/>
        </p:nvSpPr>
        <p:spPr>
          <a:xfrm>
            <a:off x="2974058" y="125059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DE166B54-8A95-85EB-9704-39A7FE541D43}"/>
              </a:ext>
            </a:extLst>
          </p:cNvPr>
          <p:cNvSpPr/>
          <p:nvPr/>
        </p:nvSpPr>
        <p:spPr>
          <a:xfrm>
            <a:off x="3079296" y="242265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CED0A644-CC54-74C4-95DA-EEB746631F60}"/>
              </a:ext>
            </a:extLst>
          </p:cNvPr>
          <p:cNvSpPr/>
          <p:nvPr/>
        </p:nvSpPr>
        <p:spPr>
          <a:xfrm>
            <a:off x="3713517" y="241863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6D807D4-8F5B-5AF8-30B7-9C359D9B87A4}"/>
              </a:ext>
            </a:extLst>
          </p:cNvPr>
          <p:cNvSpPr/>
          <p:nvPr/>
        </p:nvSpPr>
        <p:spPr>
          <a:xfrm>
            <a:off x="3003097" y="224724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74E0B825-202D-9358-0FD0-CFD433AB7A01}"/>
              </a:ext>
            </a:extLst>
          </p:cNvPr>
          <p:cNvSpPr/>
          <p:nvPr/>
        </p:nvSpPr>
        <p:spPr>
          <a:xfrm>
            <a:off x="3088877" y="134977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9376206-6AC6-9F1A-8BF1-62952D809F9D}"/>
              </a:ext>
            </a:extLst>
          </p:cNvPr>
          <p:cNvSpPr/>
          <p:nvPr/>
        </p:nvSpPr>
        <p:spPr>
          <a:xfrm>
            <a:off x="3080658" y="1495020"/>
            <a:ext cx="802925" cy="523621"/>
          </a:xfrm>
          <a:prstGeom prst="rect">
            <a:avLst/>
          </a:prstGeom>
          <a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2922" t="-18752" r="2922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073110E-5BFB-575B-E007-5AD98F04190D}"/>
              </a:ext>
            </a:extLst>
          </p:cNvPr>
          <p:cNvSpPr/>
          <p:nvPr/>
        </p:nvSpPr>
        <p:spPr>
          <a:xfrm>
            <a:off x="3000937" y="204125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BB0B5283-A802-AA07-5642-11108BF3F26E}"/>
              </a:ext>
            </a:extLst>
          </p:cNvPr>
          <p:cNvSpPr/>
          <p:nvPr/>
        </p:nvSpPr>
        <p:spPr>
          <a:xfrm>
            <a:off x="4150745" y="124888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54214B3C-93C2-AAD2-CA91-284033F8EFAB}"/>
              </a:ext>
            </a:extLst>
          </p:cNvPr>
          <p:cNvSpPr/>
          <p:nvPr/>
        </p:nvSpPr>
        <p:spPr>
          <a:xfrm>
            <a:off x="4255983" y="242094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04FF5189-B0A0-9B34-AA16-50885CE90472}"/>
              </a:ext>
            </a:extLst>
          </p:cNvPr>
          <p:cNvSpPr/>
          <p:nvPr/>
        </p:nvSpPr>
        <p:spPr>
          <a:xfrm>
            <a:off x="4890204" y="241692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DAAAE0E-A61F-9828-75B3-6BC0F79313E1}"/>
              </a:ext>
            </a:extLst>
          </p:cNvPr>
          <p:cNvSpPr/>
          <p:nvPr/>
        </p:nvSpPr>
        <p:spPr>
          <a:xfrm>
            <a:off x="4179784" y="224553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C6F021EA-14F7-75DA-FC60-29635F2D1C8E}"/>
              </a:ext>
            </a:extLst>
          </p:cNvPr>
          <p:cNvSpPr/>
          <p:nvPr/>
        </p:nvSpPr>
        <p:spPr>
          <a:xfrm>
            <a:off x="4265564" y="134806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A5CE3F2-DCC9-DE1F-7C3A-5BAABD59561D}"/>
              </a:ext>
            </a:extLst>
          </p:cNvPr>
          <p:cNvSpPr/>
          <p:nvPr/>
        </p:nvSpPr>
        <p:spPr>
          <a:xfrm>
            <a:off x="4257345" y="1493310"/>
            <a:ext cx="802925" cy="523621"/>
          </a:xfrm>
          <a:prstGeom prst="rect">
            <a:avLst/>
          </a:prstGeom>
          <a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6373" t="-1564" r="16373" b="-1564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FE9B3D6-EBB0-06C6-B5B4-E5091E89DFD9}"/>
              </a:ext>
            </a:extLst>
          </p:cNvPr>
          <p:cNvSpPr/>
          <p:nvPr/>
        </p:nvSpPr>
        <p:spPr>
          <a:xfrm>
            <a:off x="4177624" y="203954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370190F6-AB74-8F2C-44F8-C26DAF4F2B12}"/>
              </a:ext>
            </a:extLst>
          </p:cNvPr>
          <p:cNvSpPr/>
          <p:nvPr/>
        </p:nvSpPr>
        <p:spPr>
          <a:xfrm>
            <a:off x="5318477" y="1239995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12133BC6-BE42-B1BC-5F64-77E43A92E5F0}"/>
              </a:ext>
            </a:extLst>
          </p:cNvPr>
          <p:cNvSpPr/>
          <p:nvPr/>
        </p:nvSpPr>
        <p:spPr>
          <a:xfrm>
            <a:off x="5423715" y="2412058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F628C64C-BFC9-47BF-3B8A-898B28B07D44}"/>
              </a:ext>
            </a:extLst>
          </p:cNvPr>
          <p:cNvSpPr/>
          <p:nvPr/>
        </p:nvSpPr>
        <p:spPr>
          <a:xfrm>
            <a:off x="6057936" y="2408034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DA393FC-DA55-0BAD-E9EC-D0D05461909D}"/>
              </a:ext>
            </a:extLst>
          </p:cNvPr>
          <p:cNvSpPr/>
          <p:nvPr/>
        </p:nvSpPr>
        <p:spPr>
          <a:xfrm>
            <a:off x="5347516" y="2236645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44610040-2F0E-9ACD-04DC-B2499A3F7803}"/>
              </a:ext>
            </a:extLst>
          </p:cNvPr>
          <p:cNvSpPr/>
          <p:nvPr/>
        </p:nvSpPr>
        <p:spPr>
          <a:xfrm>
            <a:off x="5433296" y="1339173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E1DFF36-7135-CA6A-A733-D1CF069642EB}"/>
              </a:ext>
            </a:extLst>
          </p:cNvPr>
          <p:cNvSpPr/>
          <p:nvPr/>
        </p:nvSpPr>
        <p:spPr>
          <a:xfrm>
            <a:off x="5425077" y="1484423"/>
            <a:ext cx="802925" cy="523621"/>
          </a:xfrm>
          <a:prstGeom prst="rect">
            <a:avLst/>
          </a:prstGeom>
          <a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1890" t="-8439" r="11890" b="-843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48ABED6B-E66B-0527-6AA5-8A0A7A0F2BE9}"/>
              </a:ext>
            </a:extLst>
          </p:cNvPr>
          <p:cNvSpPr/>
          <p:nvPr/>
        </p:nvSpPr>
        <p:spPr>
          <a:xfrm>
            <a:off x="5345356" y="2030659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939292C7-651C-0EF5-B22E-72C37DAC2407}"/>
              </a:ext>
            </a:extLst>
          </p:cNvPr>
          <p:cNvSpPr/>
          <p:nvPr/>
        </p:nvSpPr>
        <p:spPr>
          <a:xfrm>
            <a:off x="1801241" y="1238096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6AC7F44E-A235-572D-25F7-875193C57136}"/>
              </a:ext>
            </a:extLst>
          </p:cNvPr>
          <p:cNvSpPr/>
          <p:nvPr/>
        </p:nvSpPr>
        <p:spPr>
          <a:xfrm>
            <a:off x="1906479" y="2410159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7C95DDBE-DF9E-E802-E38A-994EE0EC5771}"/>
              </a:ext>
            </a:extLst>
          </p:cNvPr>
          <p:cNvSpPr/>
          <p:nvPr/>
        </p:nvSpPr>
        <p:spPr>
          <a:xfrm>
            <a:off x="2540700" y="2406135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E03E079-75E7-3656-C56F-CEF16045E5FA}"/>
              </a:ext>
            </a:extLst>
          </p:cNvPr>
          <p:cNvSpPr/>
          <p:nvPr/>
        </p:nvSpPr>
        <p:spPr>
          <a:xfrm>
            <a:off x="1830280" y="2234746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9059FC5A-5996-482F-537B-1F716FB7DA6F}"/>
              </a:ext>
            </a:extLst>
          </p:cNvPr>
          <p:cNvSpPr/>
          <p:nvPr/>
        </p:nvSpPr>
        <p:spPr>
          <a:xfrm>
            <a:off x="1916060" y="1337274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F87A4BFB-77B6-E834-848B-EDF5132ADC44}"/>
              </a:ext>
            </a:extLst>
          </p:cNvPr>
          <p:cNvSpPr/>
          <p:nvPr/>
        </p:nvSpPr>
        <p:spPr>
          <a:xfrm>
            <a:off x="1907841" y="1482524"/>
            <a:ext cx="802925" cy="523621"/>
          </a:xfrm>
          <a:prstGeom prst="rect">
            <a:avLst/>
          </a:prstGeom>
          <a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5164" t="-18752" r="5164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D9F82F86-9073-9013-F287-234009BFE62A}"/>
              </a:ext>
            </a:extLst>
          </p:cNvPr>
          <p:cNvSpPr/>
          <p:nvPr/>
        </p:nvSpPr>
        <p:spPr>
          <a:xfrm>
            <a:off x="1828120" y="2028760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BF89CE4A-D2D8-B78F-6D81-4C4C8590B969}"/>
              </a:ext>
            </a:extLst>
          </p:cNvPr>
          <p:cNvSpPr/>
          <p:nvPr/>
        </p:nvSpPr>
        <p:spPr>
          <a:xfrm>
            <a:off x="615719" y="123822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DF58D66A-A082-7BD8-D944-B99F5673DFE7}"/>
              </a:ext>
            </a:extLst>
          </p:cNvPr>
          <p:cNvSpPr/>
          <p:nvPr/>
        </p:nvSpPr>
        <p:spPr>
          <a:xfrm>
            <a:off x="720957" y="241028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34D764C8-702A-C87A-C077-6B83661DD238}"/>
              </a:ext>
            </a:extLst>
          </p:cNvPr>
          <p:cNvSpPr/>
          <p:nvPr/>
        </p:nvSpPr>
        <p:spPr>
          <a:xfrm>
            <a:off x="1355178" y="240625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2BA1016-64AB-C629-BE1A-B679BFCE2D63}"/>
              </a:ext>
            </a:extLst>
          </p:cNvPr>
          <p:cNvSpPr/>
          <p:nvPr/>
        </p:nvSpPr>
        <p:spPr>
          <a:xfrm>
            <a:off x="644758" y="223487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AE245BA0-BED4-2300-768B-271B76561204}"/>
              </a:ext>
            </a:extLst>
          </p:cNvPr>
          <p:cNvSpPr/>
          <p:nvPr/>
        </p:nvSpPr>
        <p:spPr>
          <a:xfrm>
            <a:off x="730538" y="133739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A7350F8F-D25A-F605-09E3-A68AB251AB39}"/>
              </a:ext>
            </a:extLst>
          </p:cNvPr>
          <p:cNvSpPr/>
          <p:nvPr/>
        </p:nvSpPr>
        <p:spPr>
          <a:xfrm>
            <a:off x="722319" y="1482648"/>
            <a:ext cx="802925" cy="523621"/>
          </a:xfrm>
          <a:prstGeom prst="rect">
            <a:avLst/>
          </a:prstGeom>
          <a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7405" t="-8439" r="7405" b="-843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BDC538EC-24C9-DB62-EBC4-D9D33B8ABB9D}"/>
              </a:ext>
            </a:extLst>
          </p:cNvPr>
          <p:cNvSpPr/>
          <p:nvPr/>
        </p:nvSpPr>
        <p:spPr>
          <a:xfrm>
            <a:off x="642598" y="202888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8807163-510D-B53C-A0E6-7B114657BDBC}"/>
              </a:ext>
            </a:extLst>
          </p:cNvPr>
          <p:cNvSpPr/>
          <p:nvPr/>
        </p:nvSpPr>
        <p:spPr>
          <a:xfrm>
            <a:off x="2974058" y="299217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2E68F8A-FCD9-D7CF-D01A-6586D19378A1}"/>
              </a:ext>
            </a:extLst>
          </p:cNvPr>
          <p:cNvSpPr/>
          <p:nvPr/>
        </p:nvSpPr>
        <p:spPr>
          <a:xfrm>
            <a:off x="3079296" y="416423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3D54765-9185-C65E-01D1-C9B323F44A69}"/>
              </a:ext>
            </a:extLst>
          </p:cNvPr>
          <p:cNvSpPr/>
          <p:nvPr/>
        </p:nvSpPr>
        <p:spPr>
          <a:xfrm>
            <a:off x="3713517" y="416020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ED6C1E6-910E-4414-99B4-EB8424174D8E}"/>
              </a:ext>
            </a:extLst>
          </p:cNvPr>
          <p:cNvSpPr/>
          <p:nvPr/>
        </p:nvSpPr>
        <p:spPr>
          <a:xfrm>
            <a:off x="3003097" y="398882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6D6C635-3EB9-0CCC-6B87-25EC867DEE86}"/>
              </a:ext>
            </a:extLst>
          </p:cNvPr>
          <p:cNvSpPr/>
          <p:nvPr/>
        </p:nvSpPr>
        <p:spPr>
          <a:xfrm>
            <a:off x="3088877" y="309134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E87E673-A339-B2A2-5428-1B44E81FBF2B}"/>
              </a:ext>
            </a:extLst>
          </p:cNvPr>
          <p:cNvSpPr/>
          <p:nvPr/>
        </p:nvSpPr>
        <p:spPr>
          <a:xfrm>
            <a:off x="3080658" y="3236598"/>
            <a:ext cx="802925" cy="523621"/>
          </a:xfrm>
          <a:prstGeom prst="rect">
            <a:avLst/>
          </a:prstGeom>
          <a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5164" t="-8439" r="5164" b="-843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7FB0073-097F-7886-BA6C-ACF199C4C140}"/>
              </a:ext>
            </a:extLst>
          </p:cNvPr>
          <p:cNvSpPr/>
          <p:nvPr/>
        </p:nvSpPr>
        <p:spPr>
          <a:xfrm>
            <a:off x="3000937" y="378283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ECD05C50-5B7D-30E8-DA23-BF98DE44DA6A}"/>
              </a:ext>
            </a:extLst>
          </p:cNvPr>
          <p:cNvSpPr/>
          <p:nvPr/>
        </p:nvSpPr>
        <p:spPr>
          <a:xfrm>
            <a:off x="4150745" y="299046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E5E8D6EF-FA68-2ECC-9158-4A424F396A1E}"/>
              </a:ext>
            </a:extLst>
          </p:cNvPr>
          <p:cNvSpPr/>
          <p:nvPr/>
        </p:nvSpPr>
        <p:spPr>
          <a:xfrm>
            <a:off x="4255983" y="416252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FA249369-A9F1-4810-3C07-F433EF40D83A}"/>
              </a:ext>
            </a:extLst>
          </p:cNvPr>
          <p:cNvSpPr/>
          <p:nvPr/>
        </p:nvSpPr>
        <p:spPr>
          <a:xfrm>
            <a:off x="4890204" y="415849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45FA80B-58D3-40C4-274C-CED2E7779BB5}"/>
              </a:ext>
            </a:extLst>
          </p:cNvPr>
          <p:cNvSpPr/>
          <p:nvPr/>
        </p:nvSpPr>
        <p:spPr>
          <a:xfrm>
            <a:off x="4179784" y="398711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BEFE2972-B495-AD49-1453-5C7BBA13E75A}"/>
              </a:ext>
            </a:extLst>
          </p:cNvPr>
          <p:cNvSpPr/>
          <p:nvPr/>
        </p:nvSpPr>
        <p:spPr>
          <a:xfrm>
            <a:off x="4265564" y="308963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02DBFA2-8466-7EA4-8B2F-64183FFCEF89}"/>
              </a:ext>
            </a:extLst>
          </p:cNvPr>
          <p:cNvSpPr/>
          <p:nvPr/>
        </p:nvSpPr>
        <p:spPr>
          <a:xfrm>
            <a:off x="4257345" y="3234888"/>
            <a:ext cx="802925" cy="523621"/>
          </a:xfrm>
          <a:prstGeom prst="rect">
            <a:avLst/>
          </a:prstGeom>
          <a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2922" t="-5002" r="2922" b="-50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275DD2E-815E-D212-7D3C-82A9C4B29B59}"/>
              </a:ext>
            </a:extLst>
          </p:cNvPr>
          <p:cNvSpPr/>
          <p:nvPr/>
        </p:nvSpPr>
        <p:spPr>
          <a:xfrm>
            <a:off x="4177624" y="378112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414233E1-4989-2F69-6709-90A245000144}"/>
              </a:ext>
            </a:extLst>
          </p:cNvPr>
          <p:cNvSpPr/>
          <p:nvPr/>
        </p:nvSpPr>
        <p:spPr>
          <a:xfrm>
            <a:off x="5318477" y="298157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3A41C8EF-FA0E-FD8B-F288-CD20FEB12EB4}"/>
              </a:ext>
            </a:extLst>
          </p:cNvPr>
          <p:cNvSpPr/>
          <p:nvPr/>
        </p:nvSpPr>
        <p:spPr>
          <a:xfrm>
            <a:off x="5423715" y="415363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930FAF72-3EAA-E7C3-8AEA-4AA66345A3E1}"/>
              </a:ext>
            </a:extLst>
          </p:cNvPr>
          <p:cNvSpPr/>
          <p:nvPr/>
        </p:nvSpPr>
        <p:spPr>
          <a:xfrm>
            <a:off x="6057936" y="414961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0BD3BEFA-F08A-5CA0-2AD9-34A1E3BA69F3}"/>
              </a:ext>
            </a:extLst>
          </p:cNvPr>
          <p:cNvSpPr/>
          <p:nvPr/>
        </p:nvSpPr>
        <p:spPr>
          <a:xfrm>
            <a:off x="5347516" y="397822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5FE7BEF6-767B-ECF6-161C-5487C5095FA7}"/>
              </a:ext>
            </a:extLst>
          </p:cNvPr>
          <p:cNvSpPr/>
          <p:nvPr/>
        </p:nvSpPr>
        <p:spPr>
          <a:xfrm>
            <a:off x="5433296" y="308075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D048A3DA-02E7-C1DC-BCD5-AA324E90249C}"/>
              </a:ext>
            </a:extLst>
          </p:cNvPr>
          <p:cNvSpPr/>
          <p:nvPr/>
        </p:nvSpPr>
        <p:spPr>
          <a:xfrm>
            <a:off x="5425077" y="3226001"/>
            <a:ext cx="802925" cy="523621"/>
          </a:xfrm>
          <a:prstGeom prst="rect">
            <a:avLst/>
          </a:prstGeom>
          <a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7405" t="-5002" r="7405" b="-50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0024C84D-1CAA-D05B-803B-46071DDDD28B}"/>
              </a:ext>
            </a:extLst>
          </p:cNvPr>
          <p:cNvSpPr/>
          <p:nvPr/>
        </p:nvSpPr>
        <p:spPr>
          <a:xfrm>
            <a:off x="5345356" y="377223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F8A19F2B-4FE1-F9F5-27B9-427ED9EA515E}"/>
              </a:ext>
            </a:extLst>
          </p:cNvPr>
          <p:cNvSpPr/>
          <p:nvPr/>
        </p:nvSpPr>
        <p:spPr>
          <a:xfrm>
            <a:off x="1801241" y="2979674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955A2179-B7AC-7475-4666-3F5D5F3D6C18}"/>
              </a:ext>
            </a:extLst>
          </p:cNvPr>
          <p:cNvSpPr/>
          <p:nvPr/>
        </p:nvSpPr>
        <p:spPr>
          <a:xfrm>
            <a:off x="1906479" y="4151737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B5230193-FF51-7A3E-C31F-0E96532D5778}"/>
              </a:ext>
            </a:extLst>
          </p:cNvPr>
          <p:cNvSpPr/>
          <p:nvPr/>
        </p:nvSpPr>
        <p:spPr>
          <a:xfrm>
            <a:off x="2540700" y="4147713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11E5F4F6-73E7-E50F-E574-0A5417D50200}"/>
              </a:ext>
            </a:extLst>
          </p:cNvPr>
          <p:cNvSpPr/>
          <p:nvPr/>
        </p:nvSpPr>
        <p:spPr>
          <a:xfrm>
            <a:off x="1830280" y="3976324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39F06A76-79BF-2CBC-FF45-76FF17EF912D}"/>
              </a:ext>
            </a:extLst>
          </p:cNvPr>
          <p:cNvSpPr/>
          <p:nvPr/>
        </p:nvSpPr>
        <p:spPr>
          <a:xfrm>
            <a:off x="1916060" y="3078852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47A2BAC-003B-4817-58A8-51840E5CA307}"/>
              </a:ext>
            </a:extLst>
          </p:cNvPr>
          <p:cNvSpPr/>
          <p:nvPr/>
        </p:nvSpPr>
        <p:spPr>
          <a:xfrm>
            <a:off x="1907841" y="3224102"/>
            <a:ext cx="802925" cy="523621"/>
          </a:xfrm>
          <a:prstGeom prst="rect">
            <a:avLst/>
          </a:prstGeom>
          <a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2922" t="-5002" r="2922" b="-50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75184D89-A1DB-B9B4-8944-D73FD0BE39A6}"/>
              </a:ext>
            </a:extLst>
          </p:cNvPr>
          <p:cNvSpPr/>
          <p:nvPr/>
        </p:nvSpPr>
        <p:spPr>
          <a:xfrm>
            <a:off x="1828120" y="3770338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433DDE51-A47D-2BBE-4777-30003A53DB07}"/>
              </a:ext>
            </a:extLst>
          </p:cNvPr>
          <p:cNvSpPr/>
          <p:nvPr/>
        </p:nvSpPr>
        <p:spPr>
          <a:xfrm>
            <a:off x="615719" y="2979798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631D900D-199A-5E98-FDF6-4EC018C001DF}"/>
              </a:ext>
            </a:extLst>
          </p:cNvPr>
          <p:cNvSpPr/>
          <p:nvPr/>
        </p:nvSpPr>
        <p:spPr>
          <a:xfrm>
            <a:off x="720957" y="4151861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09E5510F-86E0-F943-9551-3AE9051A803E}"/>
              </a:ext>
            </a:extLst>
          </p:cNvPr>
          <p:cNvSpPr/>
          <p:nvPr/>
        </p:nvSpPr>
        <p:spPr>
          <a:xfrm>
            <a:off x="1355178" y="4147837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35C6BCDE-1BD0-C8C4-D788-256C7FEBF333}"/>
              </a:ext>
            </a:extLst>
          </p:cNvPr>
          <p:cNvSpPr/>
          <p:nvPr/>
        </p:nvSpPr>
        <p:spPr>
          <a:xfrm>
            <a:off x="644758" y="3976448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0674C506-7099-5350-D8D3-1647F9436A42}"/>
              </a:ext>
            </a:extLst>
          </p:cNvPr>
          <p:cNvSpPr/>
          <p:nvPr/>
        </p:nvSpPr>
        <p:spPr>
          <a:xfrm>
            <a:off x="730538" y="3078976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F84EBE1C-A9C4-5823-04A8-05A719937B10}"/>
              </a:ext>
            </a:extLst>
          </p:cNvPr>
          <p:cNvSpPr/>
          <p:nvPr/>
        </p:nvSpPr>
        <p:spPr>
          <a:xfrm>
            <a:off x="722319" y="3224226"/>
            <a:ext cx="802925" cy="523621"/>
          </a:xfrm>
          <a:prstGeom prst="rect">
            <a:avLst/>
          </a:prstGeom>
          <a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2922" t="-8439" r="2922" b="-843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45B03159-238B-9B82-65EC-1A49DC85341C}"/>
              </a:ext>
            </a:extLst>
          </p:cNvPr>
          <p:cNvSpPr/>
          <p:nvPr/>
        </p:nvSpPr>
        <p:spPr>
          <a:xfrm>
            <a:off x="642598" y="3770462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E6E1725C-6695-BBAA-87A1-C268DD17F801}"/>
              </a:ext>
            </a:extLst>
          </p:cNvPr>
          <p:cNvSpPr/>
          <p:nvPr/>
        </p:nvSpPr>
        <p:spPr>
          <a:xfrm>
            <a:off x="2974058" y="476759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ECE85042-5A95-DD1A-7571-0CA9FB405135}"/>
              </a:ext>
            </a:extLst>
          </p:cNvPr>
          <p:cNvSpPr/>
          <p:nvPr/>
        </p:nvSpPr>
        <p:spPr>
          <a:xfrm>
            <a:off x="3079296" y="593965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27EA06DC-B523-B858-1367-50DDE15C45D7}"/>
              </a:ext>
            </a:extLst>
          </p:cNvPr>
          <p:cNvSpPr/>
          <p:nvPr/>
        </p:nvSpPr>
        <p:spPr>
          <a:xfrm>
            <a:off x="3713517" y="593563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1CAB8057-286A-F8C0-E395-D9EDFAE57932}"/>
              </a:ext>
            </a:extLst>
          </p:cNvPr>
          <p:cNvSpPr/>
          <p:nvPr/>
        </p:nvSpPr>
        <p:spPr>
          <a:xfrm>
            <a:off x="3003097" y="576424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48B41DD8-A1DD-A42A-EC08-F75EF2E0EA84}"/>
              </a:ext>
            </a:extLst>
          </p:cNvPr>
          <p:cNvSpPr/>
          <p:nvPr/>
        </p:nvSpPr>
        <p:spPr>
          <a:xfrm>
            <a:off x="3088877" y="486677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649C7986-781D-5A67-5074-4959B92CB736}"/>
              </a:ext>
            </a:extLst>
          </p:cNvPr>
          <p:cNvSpPr/>
          <p:nvPr/>
        </p:nvSpPr>
        <p:spPr>
          <a:xfrm>
            <a:off x="3080658" y="5012021"/>
            <a:ext cx="802925" cy="523621"/>
          </a:xfrm>
          <a:prstGeom prst="rect">
            <a:avLst/>
          </a:prstGeom>
          <a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561" t="-18752" r="-1561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33EDFDC4-5F8F-70F9-80D4-45F0FA64DE3C}"/>
              </a:ext>
            </a:extLst>
          </p:cNvPr>
          <p:cNvSpPr/>
          <p:nvPr/>
        </p:nvSpPr>
        <p:spPr>
          <a:xfrm>
            <a:off x="3000937" y="555825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B0973729-5FB2-0AB2-375D-4D1A0C24218B}"/>
              </a:ext>
            </a:extLst>
          </p:cNvPr>
          <p:cNvSpPr/>
          <p:nvPr/>
        </p:nvSpPr>
        <p:spPr>
          <a:xfrm>
            <a:off x="4150745" y="476588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E0E07830-3ED4-49AE-EB30-4CAC10ABD1F4}"/>
              </a:ext>
            </a:extLst>
          </p:cNvPr>
          <p:cNvSpPr/>
          <p:nvPr/>
        </p:nvSpPr>
        <p:spPr>
          <a:xfrm>
            <a:off x="4255983" y="593794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57CF40B1-234B-20C2-2657-7A58C34EEE15}"/>
              </a:ext>
            </a:extLst>
          </p:cNvPr>
          <p:cNvSpPr/>
          <p:nvPr/>
        </p:nvSpPr>
        <p:spPr>
          <a:xfrm>
            <a:off x="4890204" y="593392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05C26D7A-386B-7370-DF9D-A91AD6A39FBD}"/>
              </a:ext>
            </a:extLst>
          </p:cNvPr>
          <p:cNvSpPr/>
          <p:nvPr/>
        </p:nvSpPr>
        <p:spPr>
          <a:xfrm>
            <a:off x="4179784" y="576253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E0C438A8-85BA-B992-73F3-DEFA6D71F5AB}"/>
              </a:ext>
            </a:extLst>
          </p:cNvPr>
          <p:cNvSpPr/>
          <p:nvPr/>
        </p:nvSpPr>
        <p:spPr>
          <a:xfrm>
            <a:off x="4265564" y="486506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EAA41305-FD54-6119-ECB0-4A3F30571B7E}"/>
              </a:ext>
            </a:extLst>
          </p:cNvPr>
          <p:cNvSpPr/>
          <p:nvPr/>
        </p:nvSpPr>
        <p:spPr>
          <a:xfrm>
            <a:off x="4257345" y="5010311"/>
            <a:ext cx="802925" cy="523621"/>
          </a:xfrm>
          <a:prstGeom prst="rect">
            <a:avLst/>
          </a:prstGeom>
          <a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561" t="-18752" r="-1561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970F08A5-09DD-6673-2DDF-080B35E1F401}"/>
              </a:ext>
            </a:extLst>
          </p:cNvPr>
          <p:cNvSpPr/>
          <p:nvPr/>
        </p:nvSpPr>
        <p:spPr>
          <a:xfrm>
            <a:off x="4177624" y="555654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B6810E27-1F42-6CE1-8A78-2C9F3B42D7AA}"/>
              </a:ext>
            </a:extLst>
          </p:cNvPr>
          <p:cNvSpPr/>
          <p:nvPr/>
        </p:nvSpPr>
        <p:spPr>
          <a:xfrm>
            <a:off x="5318477" y="4756996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B5BA8D64-F8BA-340A-59DC-426D235908EC}"/>
              </a:ext>
            </a:extLst>
          </p:cNvPr>
          <p:cNvSpPr/>
          <p:nvPr/>
        </p:nvSpPr>
        <p:spPr>
          <a:xfrm>
            <a:off x="5423715" y="5929059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6A72E8C5-425C-250D-4627-FB6E9EBD8062}"/>
              </a:ext>
            </a:extLst>
          </p:cNvPr>
          <p:cNvSpPr/>
          <p:nvPr/>
        </p:nvSpPr>
        <p:spPr>
          <a:xfrm>
            <a:off x="6057936" y="5925035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A0844336-8EC4-35D6-4696-4CB0D689C7F7}"/>
              </a:ext>
            </a:extLst>
          </p:cNvPr>
          <p:cNvSpPr/>
          <p:nvPr/>
        </p:nvSpPr>
        <p:spPr>
          <a:xfrm>
            <a:off x="5347516" y="5753646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1041E341-608E-E77E-6B2B-39843610D731}"/>
              </a:ext>
            </a:extLst>
          </p:cNvPr>
          <p:cNvSpPr/>
          <p:nvPr/>
        </p:nvSpPr>
        <p:spPr>
          <a:xfrm>
            <a:off x="5433296" y="4856174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459271AD-DF94-313F-C699-582974C8AC00}"/>
              </a:ext>
            </a:extLst>
          </p:cNvPr>
          <p:cNvSpPr/>
          <p:nvPr/>
        </p:nvSpPr>
        <p:spPr>
          <a:xfrm>
            <a:off x="5425077" y="5001424"/>
            <a:ext cx="802925" cy="523621"/>
          </a:xfrm>
          <a:prstGeom prst="rect">
            <a:avLst/>
          </a:prstGeom>
          <a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6045" t="-35940" r="-6045" b="-3594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96A8D63A-B5F5-B7E8-E71F-0B3FD5B99E61}"/>
              </a:ext>
            </a:extLst>
          </p:cNvPr>
          <p:cNvSpPr/>
          <p:nvPr/>
        </p:nvSpPr>
        <p:spPr>
          <a:xfrm>
            <a:off x="5345356" y="5547660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AF5DB638-1243-B884-B2E0-A4907D7B866A}"/>
              </a:ext>
            </a:extLst>
          </p:cNvPr>
          <p:cNvSpPr/>
          <p:nvPr/>
        </p:nvSpPr>
        <p:spPr>
          <a:xfrm>
            <a:off x="1801241" y="4755097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F058C561-222E-778D-85AD-AD4CBD3B1573}"/>
              </a:ext>
            </a:extLst>
          </p:cNvPr>
          <p:cNvSpPr/>
          <p:nvPr/>
        </p:nvSpPr>
        <p:spPr>
          <a:xfrm>
            <a:off x="1906479" y="5927160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E47C024A-FB0D-5302-04FA-BBE01BE5E4FE}"/>
              </a:ext>
            </a:extLst>
          </p:cNvPr>
          <p:cNvSpPr/>
          <p:nvPr/>
        </p:nvSpPr>
        <p:spPr>
          <a:xfrm>
            <a:off x="2540700" y="5923136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DE98CB58-C455-1CEF-3206-39011344E5FE}"/>
              </a:ext>
            </a:extLst>
          </p:cNvPr>
          <p:cNvSpPr/>
          <p:nvPr/>
        </p:nvSpPr>
        <p:spPr>
          <a:xfrm>
            <a:off x="1830280" y="5751747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55863D4A-4504-06D1-7649-E668A32BD2A1}"/>
              </a:ext>
            </a:extLst>
          </p:cNvPr>
          <p:cNvSpPr/>
          <p:nvPr/>
        </p:nvSpPr>
        <p:spPr>
          <a:xfrm>
            <a:off x="1916060" y="4854275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C2B27A6F-B0AF-CB82-7610-293E15819532}"/>
              </a:ext>
            </a:extLst>
          </p:cNvPr>
          <p:cNvSpPr/>
          <p:nvPr/>
        </p:nvSpPr>
        <p:spPr>
          <a:xfrm>
            <a:off x="1907841" y="4999525"/>
            <a:ext cx="802925" cy="523621"/>
          </a:xfrm>
          <a:prstGeom prst="rect">
            <a:avLst/>
          </a:prstGeom>
          <a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5164" t="-8439" r="5164" b="-843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02779E46-10A5-EACA-EE74-E1D8AF4FD0E0}"/>
              </a:ext>
            </a:extLst>
          </p:cNvPr>
          <p:cNvSpPr/>
          <p:nvPr/>
        </p:nvSpPr>
        <p:spPr>
          <a:xfrm>
            <a:off x="1828120" y="5545761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A9EC1453-2BE2-C1C5-018A-E83B83CC2B9B}"/>
              </a:ext>
            </a:extLst>
          </p:cNvPr>
          <p:cNvSpPr/>
          <p:nvPr/>
        </p:nvSpPr>
        <p:spPr>
          <a:xfrm>
            <a:off x="615719" y="4755221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226D5893-250F-83E5-3243-E3A59396410B}"/>
              </a:ext>
            </a:extLst>
          </p:cNvPr>
          <p:cNvSpPr/>
          <p:nvPr/>
        </p:nvSpPr>
        <p:spPr>
          <a:xfrm>
            <a:off x="720957" y="5927284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B546D428-0AB6-FA08-F9AB-D3CE5F98DCBA}"/>
              </a:ext>
            </a:extLst>
          </p:cNvPr>
          <p:cNvSpPr/>
          <p:nvPr/>
        </p:nvSpPr>
        <p:spPr>
          <a:xfrm>
            <a:off x="1355178" y="5923260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33BF3D4E-7913-1340-DA06-020254DC68FD}"/>
              </a:ext>
            </a:extLst>
          </p:cNvPr>
          <p:cNvSpPr/>
          <p:nvPr/>
        </p:nvSpPr>
        <p:spPr>
          <a:xfrm>
            <a:off x="644758" y="5751871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8D26C7FD-443A-594E-6BAA-8B8C10F477E1}"/>
              </a:ext>
            </a:extLst>
          </p:cNvPr>
          <p:cNvSpPr/>
          <p:nvPr/>
        </p:nvSpPr>
        <p:spPr>
          <a:xfrm>
            <a:off x="730538" y="4854399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F4A9F1DD-AC0D-3B5B-38E0-2E34710705F1}"/>
              </a:ext>
            </a:extLst>
          </p:cNvPr>
          <p:cNvSpPr/>
          <p:nvPr/>
        </p:nvSpPr>
        <p:spPr>
          <a:xfrm>
            <a:off x="722319" y="4999649"/>
            <a:ext cx="802925" cy="523621"/>
          </a:xfrm>
          <a:prstGeom prst="rect">
            <a:avLst/>
          </a:prstGeom>
          <a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11877" b="-1187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2B287DD-A70D-17AA-3F22-8A256A6FA839}"/>
              </a:ext>
            </a:extLst>
          </p:cNvPr>
          <p:cNvSpPr/>
          <p:nvPr/>
        </p:nvSpPr>
        <p:spPr>
          <a:xfrm>
            <a:off x="642598" y="5545885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247F9AC3-CF40-C27E-613B-2BDDE8061432}"/>
              </a:ext>
            </a:extLst>
          </p:cNvPr>
          <p:cNvSpPr/>
          <p:nvPr/>
        </p:nvSpPr>
        <p:spPr>
          <a:xfrm>
            <a:off x="2974058" y="6573735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F4C58E4D-4068-CE87-B771-D68FC31C4C5D}"/>
              </a:ext>
            </a:extLst>
          </p:cNvPr>
          <p:cNvSpPr/>
          <p:nvPr/>
        </p:nvSpPr>
        <p:spPr>
          <a:xfrm>
            <a:off x="3079296" y="7745798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5F3026FE-F11C-280A-3D92-FF9CB99BBF7F}"/>
              </a:ext>
            </a:extLst>
          </p:cNvPr>
          <p:cNvSpPr/>
          <p:nvPr/>
        </p:nvSpPr>
        <p:spPr>
          <a:xfrm>
            <a:off x="3713517" y="7741774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ED53C893-BEE6-8696-8EFF-A804A08CF04D}"/>
              </a:ext>
            </a:extLst>
          </p:cNvPr>
          <p:cNvSpPr/>
          <p:nvPr/>
        </p:nvSpPr>
        <p:spPr>
          <a:xfrm>
            <a:off x="3003097" y="7570385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F2EC6B34-D7F6-5DEC-84C5-1F19EF391801}"/>
              </a:ext>
            </a:extLst>
          </p:cNvPr>
          <p:cNvSpPr/>
          <p:nvPr/>
        </p:nvSpPr>
        <p:spPr>
          <a:xfrm>
            <a:off x="3088877" y="6672913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81C052F0-3FD3-AB75-7190-94903C7ED232}"/>
              </a:ext>
            </a:extLst>
          </p:cNvPr>
          <p:cNvSpPr/>
          <p:nvPr/>
        </p:nvSpPr>
        <p:spPr>
          <a:xfrm>
            <a:off x="3080658" y="6818163"/>
            <a:ext cx="802925" cy="523621"/>
          </a:xfrm>
          <a:prstGeom prst="rect">
            <a:avLst/>
          </a:prstGeom>
          <a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6045" t="-15315" r="-6045" b="-1531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C94B157E-9784-449B-14BB-2DE045E58AE9}"/>
              </a:ext>
            </a:extLst>
          </p:cNvPr>
          <p:cNvSpPr/>
          <p:nvPr/>
        </p:nvSpPr>
        <p:spPr>
          <a:xfrm>
            <a:off x="3000937" y="7364399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96" name="Rectangle: Rounded Corners 195">
            <a:extLst>
              <a:ext uri="{FF2B5EF4-FFF2-40B4-BE49-F238E27FC236}">
                <a16:creationId xmlns:a16="http://schemas.microsoft.com/office/drawing/2014/main" id="{51BFCD79-F442-1E3B-665A-939A3352D56B}"/>
              </a:ext>
            </a:extLst>
          </p:cNvPr>
          <p:cNvSpPr/>
          <p:nvPr/>
        </p:nvSpPr>
        <p:spPr>
          <a:xfrm>
            <a:off x="4150745" y="6572025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04EA90F0-6DAC-0617-DD8E-150BAEF846F2}"/>
              </a:ext>
            </a:extLst>
          </p:cNvPr>
          <p:cNvSpPr/>
          <p:nvPr/>
        </p:nvSpPr>
        <p:spPr>
          <a:xfrm>
            <a:off x="4255983" y="7744088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98" name="Rectangle: Rounded Corners 197">
            <a:extLst>
              <a:ext uri="{FF2B5EF4-FFF2-40B4-BE49-F238E27FC236}">
                <a16:creationId xmlns:a16="http://schemas.microsoft.com/office/drawing/2014/main" id="{5D9FB054-D537-42F7-EA94-19F909DFE09C}"/>
              </a:ext>
            </a:extLst>
          </p:cNvPr>
          <p:cNvSpPr/>
          <p:nvPr/>
        </p:nvSpPr>
        <p:spPr>
          <a:xfrm>
            <a:off x="4890204" y="7740064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D5F31DC6-80CE-9CB9-DC2C-9F60E861230F}"/>
              </a:ext>
            </a:extLst>
          </p:cNvPr>
          <p:cNvSpPr/>
          <p:nvPr/>
        </p:nvSpPr>
        <p:spPr>
          <a:xfrm>
            <a:off x="4179784" y="7568675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200" name="Rectangle: Rounded Corners 199">
            <a:extLst>
              <a:ext uri="{FF2B5EF4-FFF2-40B4-BE49-F238E27FC236}">
                <a16:creationId xmlns:a16="http://schemas.microsoft.com/office/drawing/2014/main" id="{03BA6111-9310-CC1F-18E3-AF6D94313FFD}"/>
              </a:ext>
            </a:extLst>
          </p:cNvPr>
          <p:cNvSpPr/>
          <p:nvPr/>
        </p:nvSpPr>
        <p:spPr>
          <a:xfrm>
            <a:off x="4265564" y="6671203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DB08933E-E988-9D96-155E-3DE054FA1E57}"/>
              </a:ext>
            </a:extLst>
          </p:cNvPr>
          <p:cNvSpPr/>
          <p:nvPr/>
        </p:nvSpPr>
        <p:spPr>
          <a:xfrm>
            <a:off x="4257345" y="6816453"/>
            <a:ext cx="802925" cy="523621"/>
          </a:xfrm>
          <a:prstGeom prst="rect">
            <a:avLst/>
          </a:prstGeom>
          <a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8287" t="-25627" r="-8287" b="-2562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95C53CF4-ED45-6B24-CBBA-AB832796F08C}"/>
              </a:ext>
            </a:extLst>
          </p:cNvPr>
          <p:cNvSpPr/>
          <p:nvPr/>
        </p:nvSpPr>
        <p:spPr>
          <a:xfrm>
            <a:off x="4177624" y="7362689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203" name="Rectangle: Rounded Corners 202">
            <a:extLst>
              <a:ext uri="{FF2B5EF4-FFF2-40B4-BE49-F238E27FC236}">
                <a16:creationId xmlns:a16="http://schemas.microsoft.com/office/drawing/2014/main" id="{33A81660-ABDE-60C1-07CB-E8D23BCB49F4}"/>
              </a:ext>
            </a:extLst>
          </p:cNvPr>
          <p:cNvSpPr/>
          <p:nvPr/>
        </p:nvSpPr>
        <p:spPr>
          <a:xfrm>
            <a:off x="5318477" y="6563138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204" name="Rectangle: Rounded Corners 203">
            <a:extLst>
              <a:ext uri="{FF2B5EF4-FFF2-40B4-BE49-F238E27FC236}">
                <a16:creationId xmlns:a16="http://schemas.microsoft.com/office/drawing/2014/main" id="{0C2CF04F-5069-26BB-B2E0-692D6EBBF357}"/>
              </a:ext>
            </a:extLst>
          </p:cNvPr>
          <p:cNvSpPr/>
          <p:nvPr/>
        </p:nvSpPr>
        <p:spPr>
          <a:xfrm>
            <a:off x="5423715" y="7735201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BDD0B7F8-F9E8-CA02-7E19-5ADF319C4ECA}"/>
              </a:ext>
            </a:extLst>
          </p:cNvPr>
          <p:cNvSpPr/>
          <p:nvPr/>
        </p:nvSpPr>
        <p:spPr>
          <a:xfrm>
            <a:off x="6057936" y="7731177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B64D64F8-6E51-7506-B2E2-05B32EF378C0}"/>
              </a:ext>
            </a:extLst>
          </p:cNvPr>
          <p:cNvSpPr/>
          <p:nvPr/>
        </p:nvSpPr>
        <p:spPr>
          <a:xfrm>
            <a:off x="5347516" y="7559788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87E60780-6C64-FCF8-DDAF-FF5BC980D1D1}"/>
              </a:ext>
            </a:extLst>
          </p:cNvPr>
          <p:cNvSpPr/>
          <p:nvPr/>
        </p:nvSpPr>
        <p:spPr>
          <a:xfrm>
            <a:off x="5433296" y="6662316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2978E0AE-489E-FA05-981E-BCCCFE62E2E0}"/>
              </a:ext>
            </a:extLst>
          </p:cNvPr>
          <p:cNvSpPr/>
          <p:nvPr/>
        </p:nvSpPr>
        <p:spPr>
          <a:xfrm>
            <a:off x="5425077" y="6807566"/>
            <a:ext cx="802925" cy="523621"/>
          </a:xfrm>
          <a:prstGeom prst="rect">
            <a:avLst/>
          </a:prstGeom>
          <a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11877" b="-1187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3E8F505D-855B-C469-E25E-D26A7EE38603}"/>
              </a:ext>
            </a:extLst>
          </p:cNvPr>
          <p:cNvSpPr/>
          <p:nvPr/>
        </p:nvSpPr>
        <p:spPr>
          <a:xfrm>
            <a:off x="5345356" y="7353802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E822786A-F3D8-2CA1-33F2-5CFD31406DC9}"/>
              </a:ext>
            </a:extLst>
          </p:cNvPr>
          <p:cNvSpPr/>
          <p:nvPr/>
        </p:nvSpPr>
        <p:spPr>
          <a:xfrm>
            <a:off x="1801241" y="6561239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211" name="Rectangle: Rounded Corners 210">
            <a:extLst>
              <a:ext uri="{FF2B5EF4-FFF2-40B4-BE49-F238E27FC236}">
                <a16:creationId xmlns:a16="http://schemas.microsoft.com/office/drawing/2014/main" id="{FC72E409-62F6-8A36-99E1-933E13815F5B}"/>
              </a:ext>
            </a:extLst>
          </p:cNvPr>
          <p:cNvSpPr/>
          <p:nvPr/>
        </p:nvSpPr>
        <p:spPr>
          <a:xfrm>
            <a:off x="1906479" y="7733302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212" name="Rectangle: Rounded Corners 211">
            <a:extLst>
              <a:ext uri="{FF2B5EF4-FFF2-40B4-BE49-F238E27FC236}">
                <a16:creationId xmlns:a16="http://schemas.microsoft.com/office/drawing/2014/main" id="{E8DCC84B-91AD-7981-7148-53FA9BFCC7F1}"/>
              </a:ext>
            </a:extLst>
          </p:cNvPr>
          <p:cNvSpPr/>
          <p:nvPr/>
        </p:nvSpPr>
        <p:spPr>
          <a:xfrm>
            <a:off x="2540700" y="7729278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3781F027-6624-922D-E2EB-EF66FA04E0AF}"/>
              </a:ext>
            </a:extLst>
          </p:cNvPr>
          <p:cNvSpPr/>
          <p:nvPr/>
        </p:nvSpPr>
        <p:spPr>
          <a:xfrm>
            <a:off x="1830280" y="7557889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42602453-7F62-B0DC-D5D9-B7355CEC9929}"/>
              </a:ext>
            </a:extLst>
          </p:cNvPr>
          <p:cNvSpPr/>
          <p:nvPr/>
        </p:nvSpPr>
        <p:spPr>
          <a:xfrm>
            <a:off x="1916060" y="6660417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9D4B6221-CFC2-50A9-AD75-769A645C5A65}"/>
              </a:ext>
            </a:extLst>
          </p:cNvPr>
          <p:cNvSpPr/>
          <p:nvPr/>
        </p:nvSpPr>
        <p:spPr>
          <a:xfrm>
            <a:off x="1907841" y="6805667"/>
            <a:ext cx="802925" cy="523621"/>
          </a:xfrm>
          <a:prstGeom prst="rect">
            <a:avLst/>
          </a:prstGeom>
          <a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8287" t="-11877" r="-8287" b="-1187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57B47A0-6472-88F8-29D9-C4710319F36D}"/>
              </a:ext>
            </a:extLst>
          </p:cNvPr>
          <p:cNvSpPr/>
          <p:nvPr/>
        </p:nvSpPr>
        <p:spPr>
          <a:xfrm>
            <a:off x="1828120" y="7351903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AC580EE7-E71D-4DBB-C13C-0725A1E95EBA}"/>
              </a:ext>
            </a:extLst>
          </p:cNvPr>
          <p:cNvSpPr/>
          <p:nvPr/>
        </p:nvSpPr>
        <p:spPr>
          <a:xfrm>
            <a:off x="615719" y="656136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A1BEC849-8104-790C-EAB8-2A35E295CFD3}"/>
              </a:ext>
            </a:extLst>
          </p:cNvPr>
          <p:cNvSpPr/>
          <p:nvPr/>
        </p:nvSpPr>
        <p:spPr>
          <a:xfrm>
            <a:off x="720957" y="773342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219" name="Rectangle: Rounded Corners 218">
            <a:extLst>
              <a:ext uri="{FF2B5EF4-FFF2-40B4-BE49-F238E27FC236}">
                <a16:creationId xmlns:a16="http://schemas.microsoft.com/office/drawing/2014/main" id="{A4760DD1-07BD-209B-4035-20045D21B102}"/>
              </a:ext>
            </a:extLst>
          </p:cNvPr>
          <p:cNvSpPr/>
          <p:nvPr/>
        </p:nvSpPr>
        <p:spPr>
          <a:xfrm>
            <a:off x="1355178" y="772940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56BFFDA2-6E51-DF78-CFDF-8D16DF00D96D}"/>
              </a:ext>
            </a:extLst>
          </p:cNvPr>
          <p:cNvSpPr/>
          <p:nvPr/>
        </p:nvSpPr>
        <p:spPr>
          <a:xfrm>
            <a:off x="644758" y="755801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221" name="Rectangle: Rounded Corners 220">
            <a:extLst>
              <a:ext uri="{FF2B5EF4-FFF2-40B4-BE49-F238E27FC236}">
                <a16:creationId xmlns:a16="http://schemas.microsoft.com/office/drawing/2014/main" id="{4811E14F-301A-A613-C607-EB6A80F67772}"/>
              </a:ext>
            </a:extLst>
          </p:cNvPr>
          <p:cNvSpPr/>
          <p:nvPr/>
        </p:nvSpPr>
        <p:spPr>
          <a:xfrm>
            <a:off x="730538" y="666054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CC644243-B64A-3606-CAB8-39E074939672}"/>
              </a:ext>
            </a:extLst>
          </p:cNvPr>
          <p:cNvSpPr/>
          <p:nvPr/>
        </p:nvSpPr>
        <p:spPr>
          <a:xfrm>
            <a:off x="722319" y="6805791"/>
            <a:ext cx="802925" cy="523621"/>
          </a:xfrm>
          <a:prstGeom prst="rect">
            <a:avLst/>
          </a:prstGeom>
          <a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2922" t="-8439" r="2922" b="-843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BC222510-FAFC-3D2C-A9A8-8352EEA2C0D8}"/>
              </a:ext>
            </a:extLst>
          </p:cNvPr>
          <p:cNvSpPr/>
          <p:nvPr/>
        </p:nvSpPr>
        <p:spPr>
          <a:xfrm>
            <a:off x="642598" y="735202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</p:spTree>
    <p:extLst>
      <p:ext uri="{BB962C8B-B14F-4D97-AF65-F5344CB8AC3E}">
        <p14:creationId xmlns:p14="http://schemas.microsoft.com/office/powerpoint/2010/main" val="3821425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35C4F-C1B6-C7B2-A476-ABF70B3AA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C9F879-168B-A4EB-5FC7-26E7E6DE1911}"/>
              </a:ext>
            </a:extLst>
          </p:cNvPr>
          <p:cNvSpPr/>
          <p:nvPr/>
        </p:nvSpPr>
        <p:spPr>
          <a:xfrm>
            <a:off x="-72571" y="-42873"/>
            <a:ext cx="7006771" cy="518844"/>
          </a:xfrm>
          <a:prstGeom prst="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E05EFE57-B579-5349-85B3-73B445937880}"/>
              </a:ext>
            </a:extLst>
          </p:cNvPr>
          <p:cNvSpPr/>
          <p:nvPr/>
        </p:nvSpPr>
        <p:spPr>
          <a:xfrm>
            <a:off x="1650206" y="110326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95A49C-EE9E-D83C-A196-0F5F75EDEE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95" y="-203104"/>
            <a:ext cx="867300" cy="867300"/>
          </a:xfrm>
          <a:prstGeom prst="rect">
            <a:avLst/>
          </a:prstGeom>
        </p:spPr>
      </p:pic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73DD9C7E-7175-7619-FF5B-19BDA855D4DA}"/>
              </a:ext>
            </a:extLst>
          </p:cNvPr>
          <p:cNvSpPr/>
          <p:nvPr/>
        </p:nvSpPr>
        <p:spPr>
          <a:xfrm>
            <a:off x="4136231" y="110330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39276A-E98E-7BF6-0DFB-7EACF375B85A}"/>
              </a:ext>
            </a:extLst>
          </p:cNvPr>
          <p:cNvSpPr/>
          <p:nvPr/>
        </p:nvSpPr>
        <p:spPr>
          <a:xfrm>
            <a:off x="1975247" y="110327"/>
            <a:ext cx="2407444" cy="2409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143526-3F26-1C28-ABC0-DA2CEA2134FD}"/>
              </a:ext>
            </a:extLst>
          </p:cNvPr>
          <p:cNvSpPr txBox="1"/>
          <p:nvPr/>
        </p:nvSpPr>
        <p:spPr>
          <a:xfrm>
            <a:off x="1735931" y="123206"/>
            <a:ext cx="48577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>
                <a:solidFill>
                  <a:schemeClr val="bg1">
                    <a:lumMod val="50000"/>
                  </a:schemeClr>
                </a:solidFill>
              </a:rPr>
              <a:t>Search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F4ED39-1945-C20F-EE76-4A734AEDFE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789" y="178711"/>
            <a:ext cx="114300" cy="114300"/>
          </a:xfrm>
          <a:prstGeom prst="rect">
            <a:avLst/>
          </a:prstGeom>
        </p:spPr>
      </p:pic>
      <p:pic>
        <p:nvPicPr>
          <p:cNvPr id="13" name="Picture 12">
            <a:hlinkClick r:id="rId4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2A5753D9-B560-4682-AD25-08D21F1A9E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124" y="166580"/>
            <a:ext cx="175426" cy="1754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8283C3C-37BF-525E-AE38-8C257BC765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975" y="153571"/>
            <a:ext cx="191297" cy="188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0066829-EE58-0B61-8A59-0D2E751248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593" y="147861"/>
            <a:ext cx="195732" cy="195732"/>
          </a:xfrm>
          <a:prstGeom prst="rect">
            <a:avLst/>
          </a:prstGeom>
        </p:spPr>
      </p:pic>
      <p:pic>
        <p:nvPicPr>
          <p:cNvPr id="16" name="Picture 15">
            <a:hlinkClick r:id="rId9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02145CC5-3ADD-98B6-3591-70BBA5E0EED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16" y="114028"/>
            <a:ext cx="246459" cy="246459"/>
          </a:xfrm>
          <a:prstGeom prst="rect">
            <a:avLst/>
          </a:prstGeom>
        </p:spPr>
      </p:pic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99E62AB9-FA5C-296A-FCE2-2096B770A67F}"/>
              </a:ext>
            </a:extLst>
          </p:cNvPr>
          <p:cNvSpPr/>
          <p:nvPr/>
        </p:nvSpPr>
        <p:spPr>
          <a:xfrm>
            <a:off x="-72571" y="8284021"/>
            <a:ext cx="7006771" cy="1999349"/>
          </a:xfrm>
          <a:prstGeom prst="round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881C4FC7-5BC1-43B1-E957-E7642DADF3C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516" y="8269121"/>
            <a:ext cx="1668550" cy="1668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291DF9-DBD9-9EEE-C0BD-DB3FD9C73A18}"/>
              </a:ext>
            </a:extLst>
          </p:cNvPr>
          <p:cNvSpPr txBox="1"/>
          <p:nvPr/>
        </p:nvSpPr>
        <p:spPr>
          <a:xfrm>
            <a:off x="678266" y="8505808"/>
            <a:ext cx="131881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CUSTOMER SERVICE</a:t>
            </a:r>
          </a:p>
          <a:p>
            <a:endParaRPr lang="en-PH" sz="12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Cancellation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Delivery</a:t>
            </a:r>
          </a:p>
          <a:p>
            <a:r>
              <a:rPr lang="en-PH" sz="600" dirty="0">
                <a:solidFill>
                  <a:schemeClr val="bg1"/>
                </a:solidFill>
              </a:rPr>
              <a:t>Order Verification</a:t>
            </a:r>
          </a:p>
          <a:p>
            <a:r>
              <a:rPr lang="en-PH" sz="600" dirty="0">
                <a:solidFill>
                  <a:schemeClr val="bg1"/>
                </a:solidFill>
              </a:rPr>
              <a:t>Payment 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Privacy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Terms and Conditions</a:t>
            </a:r>
          </a:p>
          <a:p>
            <a:r>
              <a:rPr lang="en-PH" sz="600" dirty="0">
                <a:solidFill>
                  <a:schemeClr val="bg1"/>
                </a:solidFill>
              </a:rPr>
              <a:t>Warranty</a:t>
            </a:r>
            <a:endParaRPr lang="en-PH" sz="11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031F52-EA50-3E4D-4812-0A358C19F4C9}"/>
              </a:ext>
            </a:extLst>
          </p:cNvPr>
          <p:cNvSpPr txBox="1"/>
          <p:nvPr/>
        </p:nvSpPr>
        <p:spPr>
          <a:xfrm>
            <a:off x="1996061" y="8505808"/>
            <a:ext cx="1318813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COMPANY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Careers</a:t>
            </a:r>
          </a:p>
          <a:p>
            <a:r>
              <a:rPr lang="en-PH" sz="600" dirty="0">
                <a:solidFill>
                  <a:schemeClr val="bg1"/>
                </a:solidFill>
              </a:rPr>
              <a:t>Contact Us</a:t>
            </a:r>
          </a:p>
          <a:p>
            <a:r>
              <a:rPr lang="en-PH" sz="600" dirty="0">
                <a:solidFill>
                  <a:schemeClr val="bg1"/>
                </a:solidFill>
              </a:rPr>
              <a:t>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News and Articles</a:t>
            </a:r>
          </a:p>
          <a:p>
            <a:r>
              <a:rPr lang="en-PH" sz="600" dirty="0">
                <a:solidFill>
                  <a:schemeClr val="bg1"/>
                </a:solidFill>
              </a:rPr>
              <a:t>Our Company</a:t>
            </a:r>
          </a:p>
          <a:p>
            <a:r>
              <a:rPr lang="en-PH" sz="600" dirty="0">
                <a:solidFill>
                  <a:schemeClr val="bg1"/>
                </a:solidFill>
              </a:rPr>
              <a:t>Reviews</a:t>
            </a:r>
          </a:p>
          <a:p>
            <a:r>
              <a:rPr lang="en-PH" sz="600" dirty="0">
                <a:solidFill>
                  <a:schemeClr val="bg1"/>
                </a:solidFill>
              </a:rPr>
              <a:t>Store Locations</a:t>
            </a:r>
            <a:endParaRPr lang="en-PH" sz="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3AFF97-DCD4-B007-D048-C32BF46AA250}"/>
              </a:ext>
            </a:extLst>
          </p:cNvPr>
          <p:cNvSpPr txBox="1"/>
          <p:nvPr/>
        </p:nvSpPr>
        <p:spPr>
          <a:xfrm>
            <a:off x="3000937" y="8508634"/>
            <a:ext cx="131881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LINKS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Gadget Spot Corporate</a:t>
            </a:r>
          </a:p>
          <a:p>
            <a:r>
              <a:rPr lang="en-PH" sz="600" dirty="0">
                <a:solidFill>
                  <a:schemeClr val="bg1"/>
                </a:solidFill>
              </a:rPr>
              <a:t>Gadget Spot Community</a:t>
            </a:r>
          </a:p>
          <a:p>
            <a:r>
              <a:rPr lang="en-PH" sz="600" dirty="0">
                <a:solidFill>
                  <a:schemeClr val="bg1"/>
                </a:solidFill>
              </a:rPr>
              <a:t>Lazada Official Store</a:t>
            </a:r>
          </a:p>
          <a:p>
            <a:r>
              <a:rPr lang="en-PH" sz="600" dirty="0">
                <a:solidFill>
                  <a:schemeClr val="bg1"/>
                </a:solidFill>
              </a:rPr>
              <a:t>Shopee Official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332315-4F6F-9173-BB5A-00A3BACB15B8}"/>
              </a:ext>
            </a:extLst>
          </p:cNvPr>
          <p:cNvSpPr txBox="1"/>
          <p:nvPr/>
        </p:nvSpPr>
        <p:spPr>
          <a:xfrm>
            <a:off x="2808861" y="9712247"/>
            <a:ext cx="1362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50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©2026 Gadget SPOT. ALL RIGHTS RESERVED</a:t>
            </a:r>
            <a:endParaRPr lang="en-PH" sz="5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40664F3-5911-92F3-FD8D-5EFD1D41A16A}"/>
              </a:ext>
            </a:extLst>
          </p:cNvPr>
          <p:cNvSpPr txBox="1"/>
          <p:nvPr/>
        </p:nvSpPr>
        <p:spPr>
          <a:xfrm>
            <a:off x="577006" y="758739"/>
            <a:ext cx="136127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Franklin Gothic Demi" panose="020B0703020102020204" pitchFamily="34" charset="0"/>
                <a:hlinkClick r:id="rId12" action="ppaction://hlinksldjump">
                  <a:snd r:embed="rId5" name="click.wav"/>
                </a:hlinkClick>
              </a:rPr>
              <a:t>PRODUCTS</a:t>
            </a:r>
            <a:r>
              <a:rPr lang="en-US" sz="900" dirty="0">
                <a:latin typeface="Franklin Gothic Demi" panose="020B0703020102020204" pitchFamily="34" charset="0"/>
              </a:rPr>
              <a:t> &gt; </a:t>
            </a:r>
            <a:r>
              <a:rPr lang="en-US" sz="900" b="1" u="sng" dirty="0">
                <a:latin typeface="Franklin Gothic Demi" panose="020B0703020102020204" pitchFamily="34" charset="0"/>
              </a:rPr>
              <a:t>MONITOR</a:t>
            </a:r>
            <a:endParaRPr lang="en-PH" sz="900" b="1" u="sng" dirty="0">
              <a:latin typeface="Franklin Gothic Demi" panose="020B0703020102020204" pitchFamily="34" charset="0"/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25B66F70-FE4D-0856-A306-771FA865571F}"/>
              </a:ext>
            </a:extLst>
          </p:cNvPr>
          <p:cNvSpPr/>
          <p:nvPr/>
        </p:nvSpPr>
        <p:spPr>
          <a:xfrm>
            <a:off x="2974058" y="125059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05CF9DA9-3251-38A8-087F-1080850A6166}"/>
              </a:ext>
            </a:extLst>
          </p:cNvPr>
          <p:cNvSpPr/>
          <p:nvPr/>
        </p:nvSpPr>
        <p:spPr>
          <a:xfrm>
            <a:off x="3079296" y="242265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13F30520-6ADC-DFAC-C9A9-4CFD84026867}"/>
              </a:ext>
            </a:extLst>
          </p:cNvPr>
          <p:cNvSpPr/>
          <p:nvPr/>
        </p:nvSpPr>
        <p:spPr>
          <a:xfrm>
            <a:off x="3713517" y="241863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B744C5B-CE00-6243-95A1-F5883BA54612}"/>
              </a:ext>
            </a:extLst>
          </p:cNvPr>
          <p:cNvSpPr/>
          <p:nvPr/>
        </p:nvSpPr>
        <p:spPr>
          <a:xfrm>
            <a:off x="3003097" y="224724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8DEE360E-2414-1242-C04C-2C9AE8A870A2}"/>
              </a:ext>
            </a:extLst>
          </p:cNvPr>
          <p:cNvSpPr/>
          <p:nvPr/>
        </p:nvSpPr>
        <p:spPr>
          <a:xfrm>
            <a:off x="3088877" y="134977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E9B6B01-ECFA-60E8-0964-ED5D2085EED0}"/>
              </a:ext>
            </a:extLst>
          </p:cNvPr>
          <p:cNvSpPr/>
          <p:nvPr/>
        </p:nvSpPr>
        <p:spPr>
          <a:xfrm>
            <a:off x="3080658" y="1495020"/>
            <a:ext cx="802925" cy="523621"/>
          </a:xfrm>
          <a:prstGeom prst="rect">
            <a:avLst/>
          </a:prstGeom>
          <a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561" t="-18752" r="-1561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2D4DE8B-550D-E859-253A-3626E7A143C1}"/>
              </a:ext>
            </a:extLst>
          </p:cNvPr>
          <p:cNvSpPr/>
          <p:nvPr/>
        </p:nvSpPr>
        <p:spPr>
          <a:xfrm>
            <a:off x="3000937" y="204125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A32FBD60-12D5-C79E-CE3F-11F144D965B2}"/>
              </a:ext>
            </a:extLst>
          </p:cNvPr>
          <p:cNvSpPr/>
          <p:nvPr/>
        </p:nvSpPr>
        <p:spPr>
          <a:xfrm>
            <a:off x="4150745" y="124888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B8443ADC-2B8B-ABC8-528D-5D8C94B2FEE7}"/>
              </a:ext>
            </a:extLst>
          </p:cNvPr>
          <p:cNvSpPr/>
          <p:nvPr/>
        </p:nvSpPr>
        <p:spPr>
          <a:xfrm>
            <a:off x="4255983" y="242094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8F2009B9-EA9A-58BC-7371-41995E4DD0AD}"/>
              </a:ext>
            </a:extLst>
          </p:cNvPr>
          <p:cNvSpPr/>
          <p:nvPr/>
        </p:nvSpPr>
        <p:spPr>
          <a:xfrm>
            <a:off x="4890204" y="241692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E8FF845-A9AE-2CF6-E016-94F2A8EDC66D}"/>
              </a:ext>
            </a:extLst>
          </p:cNvPr>
          <p:cNvSpPr/>
          <p:nvPr/>
        </p:nvSpPr>
        <p:spPr>
          <a:xfrm>
            <a:off x="4179784" y="224553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BE2CA70E-5101-27CA-69EF-B7DCAE0D8CAA}"/>
              </a:ext>
            </a:extLst>
          </p:cNvPr>
          <p:cNvSpPr/>
          <p:nvPr/>
        </p:nvSpPr>
        <p:spPr>
          <a:xfrm>
            <a:off x="4265564" y="134806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9D8ECF9-449D-9123-CB9C-414E6A5B8045}"/>
              </a:ext>
            </a:extLst>
          </p:cNvPr>
          <p:cNvSpPr/>
          <p:nvPr/>
        </p:nvSpPr>
        <p:spPr>
          <a:xfrm>
            <a:off x="4257345" y="1493310"/>
            <a:ext cx="802925" cy="523621"/>
          </a:xfrm>
          <a:prstGeom prst="rect">
            <a:avLst/>
          </a:prstGeom>
          <a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1561" t="-29065" r="-1561" b="-2906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2F3B470-3025-2410-9095-11C42C34E2A7}"/>
              </a:ext>
            </a:extLst>
          </p:cNvPr>
          <p:cNvSpPr/>
          <p:nvPr/>
        </p:nvSpPr>
        <p:spPr>
          <a:xfrm>
            <a:off x="4177624" y="203954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F5C40365-975F-5FC9-0EF9-1BBEDAC690A3}"/>
              </a:ext>
            </a:extLst>
          </p:cNvPr>
          <p:cNvSpPr/>
          <p:nvPr/>
        </p:nvSpPr>
        <p:spPr>
          <a:xfrm>
            <a:off x="5318477" y="1239995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7EC6BB13-DF27-58D2-8081-4D5FBBE7434F}"/>
              </a:ext>
            </a:extLst>
          </p:cNvPr>
          <p:cNvSpPr/>
          <p:nvPr/>
        </p:nvSpPr>
        <p:spPr>
          <a:xfrm>
            <a:off x="5423715" y="2412058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197D7A5C-451E-D8E1-A563-4A79F748076C}"/>
              </a:ext>
            </a:extLst>
          </p:cNvPr>
          <p:cNvSpPr/>
          <p:nvPr/>
        </p:nvSpPr>
        <p:spPr>
          <a:xfrm>
            <a:off x="6057936" y="2408034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6F995FD-3AB9-7625-38D5-EBB191DB453B}"/>
              </a:ext>
            </a:extLst>
          </p:cNvPr>
          <p:cNvSpPr/>
          <p:nvPr/>
        </p:nvSpPr>
        <p:spPr>
          <a:xfrm>
            <a:off x="5347516" y="2236645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BD16B0ED-E971-9FCD-4E2F-97CBC41E2120}"/>
              </a:ext>
            </a:extLst>
          </p:cNvPr>
          <p:cNvSpPr/>
          <p:nvPr/>
        </p:nvSpPr>
        <p:spPr>
          <a:xfrm>
            <a:off x="5433296" y="1339173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C00BA57-5E84-2FA8-CD43-A4D037FA4A0B}"/>
              </a:ext>
            </a:extLst>
          </p:cNvPr>
          <p:cNvSpPr/>
          <p:nvPr/>
        </p:nvSpPr>
        <p:spPr>
          <a:xfrm>
            <a:off x="5425077" y="1484423"/>
            <a:ext cx="802925" cy="523621"/>
          </a:xfrm>
          <a:prstGeom prst="rect">
            <a:avLst/>
          </a:prstGeom>
          <a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5164" t="-11877" r="5164" b="-1187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546D00B-D1E9-5D84-70D1-5A73631CC900}"/>
              </a:ext>
            </a:extLst>
          </p:cNvPr>
          <p:cNvSpPr/>
          <p:nvPr/>
        </p:nvSpPr>
        <p:spPr>
          <a:xfrm>
            <a:off x="5345356" y="2030659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DD7523E1-20FB-C781-E552-A4E4769C2A27}"/>
              </a:ext>
            </a:extLst>
          </p:cNvPr>
          <p:cNvSpPr/>
          <p:nvPr/>
        </p:nvSpPr>
        <p:spPr>
          <a:xfrm>
            <a:off x="1801241" y="1238096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37A56867-79CE-7DFF-FAD2-24C3B26EC7BB}"/>
              </a:ext>
            </a:extLst>
          </p:cNvPr>
          <p:cNvSpPr/>
          <p:nvPr/>
        </p:nvSpPr>
        <p:spPr>
          <a:xfrm>
            <a:off x="1906479" y="2410159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8E1E5481-034A-A1AC-6FF1-F3A7A921F438}"/>
              </a:ext>
            </a:extLst>
          </p:cNvPr>
          <p:cNvSpPr/>
          <p:nvPr/>
        </p:nvSpPr>
        <p:spPr>
          <a:xfrm>
            <a:off x="2540700" y="2406135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44138496-E84D-2801-2C86-DFA40C411824}"/>
              </a:ext>
            </a:extLst>
          </p:cNvPr>
          <p:cNvSpPr/>
          <p:nvPr/>
        </p:nvSpPr>
        <p:spPr>
          <a:xfrm>
            <a:off x="1830280" y="2234746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0C4C799C-B821-10D0-5167-15B51DBED9EB}"/>
              </a:ext>
            </a:extLst>
          </p:cNvPr>
          <p:cNvSpPr/>
          <p:nvPr/>
        </p:nvSpPr>
        <p:spPr>
          <a:xfrm>
            <a:off x="1916060" y="1337274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C34B8D6-7CFF-8B99-CB0B-59F9CBB378D9}"/>
              </a:ext>
            </a:extLst>
          </p:cNvPr>
          <p:cNvSpPr/>
          <p:nvPr/>
        </p:nvSpPr>
        <p:spPr>
          <a:xfrm>
            <a:off x="1907841" y="1482524"/>
            <a:ext cx="802925" cy="523621"/>
          </a:xfrm>
          <a:prstGeom prst="rect">
            <a:avLst/>
          </a:prstGeom>
          <a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1890" t="-5002" r="11890" b="-50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FCDF0340-1FB1-BDFB-A0BC-E37E7EE76FA4}"/>
              </a:ext>
            </a:extLst>
          </p:cNvPr>
          <p:cNvSpPr/>
          <p:nvPr/>
        </p:nvSpPr>
        <p:spPr>
          <a:xfrm>
            <a:off x="1828120" y="2028760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8FDBA9FA-591F-0FC4-111E-F560A3E51DF7}"/>
              </a:ext>
            </a:extLst>
          </p:cNvPr>
          <p:cNvSpPr/>
          <p:nvPr/>
        </p:nvSpPr>
        <p:spPr>
          <a:xfrm>
            <a:off x="615719" y="123822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C4B201A5-7EF8-E708-D8FC-A8D667D87F8F}"/>
              </a:ext>
            </a:extLst>
          </p:cNvPr>
          <p:cNvSpPr/>
          <p:nvPr/>
        </p:nvSpPr>
        <p:spPr>
          <a:xfrm>
            <a:off x="720957" y="241028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D9865CD7-D37B-3B45-40E6-4BA226BC84E3}"/>
              </a:ext>
            </a:extLst>
          </p:cNvPr>
          <p:cNvSpPr/>
          <p:nvPr/>
        </p:nvSpPr>
        <p:spPr>
          <a:xfrm>
            <a:off x="1355178" y="240625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9E45448F-C63C-E446-BD67-2378A6C6999F}"/>
              </a:ext>
            </a:extLst>
          </p:cNvPr>
          <p:cNvSpPr/>
          <p:nvPr/>
        </p:nvSpPr>
        <p:spPr>
          <a:xfrm>
            <a:off x="644758" y="223487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BC2537F8-B0C1-C8B4-7255-70D99D9E8DF4}"/>
              </a:ext>
            </a:extLst>
          </p:cNvPr>
          <p:cNvSpPr/>
          <p:nvPr/>
        </p:nvSpPr>
        <p:spPr>
          <a:xfrm>
            <a:off x="730538" y="133739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7654998-E529-23E9-E944-F517F36090D7}"/>
              </a:ext>
            </a:extLst>
          </p:cNvPr>
          <p:cNvSpPr/>
          <p:nvPr/>
        </p:nvSpPr>
        <p:spPr>
          <a:xfrm>
            <a:off x="722319" y="1482648"/>
            <a:ext cx="802925" cy="523621"/>
          </a:xfrm>
          <a:prstGeom prst="rect">
            <a:avLst/>
          </a:prstGeom>
          <a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6045" t="-18752" r="-6045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FFA9EF1A-81DD-5936-8CA1-90E0CC6D66BB}"/>
              </a:ext>
            </a:extLst>
          </p:cNvPr>
          <p:cNvSpPr/>
          <p:nvPr/>
        </p:nvSpPr>
        <p:spPr>
          <a:xfrm>
            <a:off x="642598" y="202888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FE84288-8488-90BC-5173-7D95E7593615}"/>
              </a:ext>
            </a:extLst>
          </p:cNvPr>
          <p:cNvSpPr/>
          <p:nvPr/>
        </p:nvSpPr>
        <p:spPr>
          <a:xfrm>
            <a:off x="2974058" y="299217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A1589DD-FB0F-C8BC-EC22-2DE7D9122AF4}"/>
              </a:ext>
            </a:extLst>
          </p:cNvPr>
          <p:cNvSpPr/>
          <p:nvPr/>
        </p:nvSpPr>
        <p:spPr>
          <a:xfrm>
            <a:off x="3079296" y="416423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E89E2AC-88E5-59EE-795C-620A539B4760}"/>
              </a:ext>
            </a:extLst>
          </p:cNvPr>
          <p:cNvSpPr/>
          <p:nvPr/>
        </p:nvSpPr>
        <p:spPr>
          <a:xfrm>
            <a:off x="3713517" y="416020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2C8E843-BEF8-0582-CEE6-F59DC95A13A1}"/>
              </a:ext>
            </a:extLst>
          </p:cNvPr>
          <p:cNvSpPr/>
          <p:nvPr/>
        </p:nvSpPr>
        <p:spPr>
          <a:xfrm>
            <a:off x="3003097" y="398882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321FE85-E130-9BEA-02C8-B445F0179B7A}"/>
              </a:ext>
            </a:extLst>
          </p:cNvPr>
          <p:cNvSpPr/>
          <p:nvPr/>
        </p:nvSpPr>
        <p:spPr>
          <a:xfrm>
            <a:off x="3088877" y="309134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6B74AC5-9A62-A19A-0D8C-4BF0BDB96D37}"/>
              </a:ext>
            </a:extLst>
          </p:cNvPr>
          <p:cNvSpPr/>
          <p:nvPr/>
        </p:nvSpPr>
        <p:spPr>
          <a:xfrm>
            <a:off x="3080658" y="3236598"/>
            <a:ext cx="802925" cy="523621"/>
          </a:xfrm>
          <a:prstGeom prst="rect">
            <a:avLst/>
          </a:prstGeom>
          <a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2922" t="-11877" r="2922" b="-1187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4EDA7A1-00E3-1B22-1701-427CDF64B400}"/>
              </a:ext>
            </a:extLst>
          </p:cNvPr>
          <p:cNvSpPr/>
          <p:nvPr/>
        </p:nvSpPr>
        <p:spPr>
          <a:xfrm>
            <a:off x="3000937" y="378283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3B89732-8F78-1A60-AEC2-A342BD87058E}"/>
              </a:ext>
            </a:extLst>
          </p:cNvPr>
          <p:cNvSpPr/>
          <p:nvPr/>
        </p:nvSpPr>
        <p:spPr>
          <a:xfrm>
            <a:off x="4150745" y="299046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28ACE2CA-94FD-2B99-4953-A6DBE62365D9}"/>
              </a:ext>
            </a:extLst>
          </p:cNvPr>
          <p:cNvSpPr/>
          <p:nvPr/>
        </p:nvSpPr>
        <p:spPr>
          <a:xfrm>
            <a:off x="4255983" y="416252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08A4ECC4-8083-6460-8B17-55F3BFD174BE}"/>
              </a:ext>
            </a:extLst>
          </p:cNvPr>
          <p:cNvSpPr/>
          <p:nvPr/>
        </p:nvSpPr>
        <p:spPr>
          <a:xfrm>
            <a:off x="4890204" y="415849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A00CFDA-BC79-F822-D84D-674689429660}"/>
              </a:ext>
            </a:extLst>
          </p:cNvPr>
          <p:cNvSpPr/>
          <p:nvPr/>
        </p:nvSpPr>
        <p:spPr>
          <a:xfrm>
            <a:off x="4179784" y="398711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EC969486-2C9D-7CA4-3F6E-43CEBEA52496}"/>
              </a:ext>
            </a:extLst>
          </p:cNvPr>
          <p:cNvSpPr/>
          <p:nvPr/>
        </p:nvSpPr>
        <p:spPr>
          <a:xfrm>
            <a:off x="4265564" y="308963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2240C4B-665E-9AC6-F196-E300B16907D7}"/>
              </a:ext>
            </a:extLst>
          </p:cNvPr>
          <p:cNvSpPr/>
          <p:nvPr/>
        </p:nvSpPr>
        <p:spPr>
          <a:xfrm>
            <a:off x="4257345" y="3234888"/>
            <a:ext cx="802925" cy="523621"/>
          </a:xfrm>
          <a:prstGeom prst="rect">
            <a:avLst/>
          </a:prstGeom>
          <a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6045" t="-29065" r="-6045" b="-2906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0CFD2BA-40A1-9577-F0DB-91171B26166D}"/>
              </a:ext>
            </a:extLst>
          </p:cNvPr>
          <p:cNvSpPr/>
          <p:nvPr/>
        </p:nvSpPr>
        <p:spPr>
          <a:xfrm>
            <a:off x="4177624" y="378112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DBD61F93-30BB-ED70-C2A9-9922FAB8D465}"/>
              </a:ext>
            </a:extLst>
          </p:cNvPr>
          <p:cNvSpPr/>
          <p:nvPr/>
        </p:nvSpPr>
        <p:spPr>
          <a:xfrm>
            <a:off x="5318477" y="298157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ED2A99FC-304A-9CDC-A2A6-F5F7FD1DB98A}"/>
              </a:ext>
            </a:extLst>
          </p:cNvPr>
          <p:cNvSpPr/>
          <p:nvPr/>
        </p:nvSpPr>
        <p:spPr>
          <a:xfrm>
            <a:off x="5423715" y="415363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2CA252C1-B66E-BE28-CFA6-590EA0FD4E08}"/>
              </a:ext>
            </a:extLst>
          </p:cNvPr>
          <p:cNvSpPr/>
          <p:nvPr/>
        </p:nvSpPr>
        <p:spPr>
          <a:xfrm>
            <a:off x="6057936" y="414961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393223AC-8654-6AD4-1C8D-13C9F0475D02}"/>
              </a:ext>
            </a:extLst>
          </p:cNvPr>
          <p:cNvSpPr/>
          <p:nvPr/>
        </p:nvSpPr>
        <p:spPr>
          <a:xfrm>
            <a:off x="5347516" y="397822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620DFFCA-B278-5B7B-591F-A1E3D2EDCE0F}"/>
              </a:ext>
            </a:extLst>
          </p:cNvPr>
          <p:cNvSpPr/>
          <p:nvPr/>
        </p:nvSpPr>
        <p:spPr>
          <a:xfrm>
            <a:off x="5433296" y="308075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A6655D3-7098-08BB-2AB0-4641062A7E7A}"/>
              </a:ext>
            </a:extLst>
          </p:cNvPr>
          <p:cNvSpPr/>
          <p:nvPr/>
        </p:nvSpPr>
        <p:spPr>
          <a:xfrm>
            <a:off x="5425077" y="3226001"/>
            <a:ext cx="802925" cy="523621"/>
          </a:xfrm>
          <a:prstGeom prst="rect">
            <a:avLst/>
          </a:prstGeom>
          <a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681" t="-25627" r="681" b="-2562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81F2D433-52A6-4BD2-EB3B-5177061EF415}"/>
              </a:ext>
            </a:extLst>
          </p:cNvPr>
          <p:cNvSpPr/>
          <p:nvPr/>
        </p:nvSpPr>
        <p:spPr>
          <a:xfrm>
            <a:off x="5345356" y="377223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9DF73DC2-F77B-332A-B805-5630B741E805}"/>
              </a:ext>
            </a:extLst>
          </p:cNvPr>
          <p:cNvSpPr/>
          <p:nvPr/>
        </p:nvSpPr>
        <p:spPr>
          <a:xfrm>
            <a:off x="1801241" y="2979674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DD355F8A-FA68-F9AB-84B2-C8B9AF090508}"/>
              </a:ext>
            </a:extLst>
          </p:cNvPr>
          <p:cNvSpPr/>
          <p:nvPr/>
        </p:nvSpPr>
        <p:spPr>
          <a:xfrm>
            <a:off x="1906479" y="4151737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EE46382C-874F-7849-09CE-871E82F6B480}"/>
              </a:ext>
            </a:extLst>
          </p:cNvPr>
          <p:cNvSpPr/>
          <p:nvPr/>
        </p:nvSpPr>
        <p:spPr>
          <a:xfrm>
            <a:off x="2540700" y="4147713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0A30538A-E359-54D0-ED53-691046C890F0}"/>
              </a:ext>
            </a:extLst>
          </p:cNvPr>
          <p:cNvSpPr/>
          <p:nvPr/>
        </p:nvSpPr>
        <p:spPr>
          <a:xfrm>
            <a:off x="1830280" y="3976324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63C121AF-9D46-1EF5-F22E-E9DBF9830766}"/>
              </a:ext>
            </a:extLst>
          </p:cNvPr>
          <p:cNvSpPr/>
          <p:nvPr/>
        </p:nvSpPr>
        <p:spPr>
          <a:xfrm>
            <a:off x="1916060" y="3078852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D919D67-A4F9-E1AD-0C88-DBE8482D7C7C}"/>
              </a:ext>
            </a:extLst>
          </p:cNvPr>
          <p:cNvSpPr/>
          <p:nvPr/>
        </p:nvSpPr>
        <p:spPr>
          <a:xfrm>
            <a:off x="1907841" y="3224102"/>
            <a:ext cx="802925" cy="523621"/>
          </a:xfrm>
          <a:prstGeom prst="rect">
            <a:avLst/>
          </a:prstGeom>
          <a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804" t="-22190" r="-3804" b="-2219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71402B4B-8104-69DE-C648-E307D9536C9E}"/>
              </a:ext>
            </a:extLst>
          </p:cNvPr>
          <p:cNvSpPr/>
          <p:nvPr/>
        </p:nvSpPr>
        <p:spPr>
          <a:xfrm>
            <a:off x="1828120" y="3770338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BA3FEF50-ADCD-A0A4-008E-07C210B45ACF}"/>
              </a:ext>
            </a:extLst>
          </p:cNvPr>
          <p:cNvSpPr/>
          <p:nvPr/>
        </p:nvSpPr>
        <p:spPr>
          <a:xfrm>
            <a:off x="615719" y="2979798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A032C3C7-A787-E3D3-2DD4-61EC134CC773}"/>
              </a:ext>
            </a:extLst>
          </p:cNvPr>
          <p:cNvSpPr/>
          <p:nvPr/>
        </p:nvSpPr>
        <p:spPr>
          <a:xfrm>
            <a:off x="720957" y="4151861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699EDD0E-2575-0D00-A759-4358C609BCCA}"/>
              </a:ext>
            </a:extLst>
          </p:cNvPr>
          <p:cNvSpPr/>
          <p:nvPr/>
        </p:nvSpPr>
        <p:spPr>
          <a:xfrm>
            <a:off x="1355178" y="4147837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0F451C45-F1CE-DC50-6F27-72B45A2E01FC}"/>
              </a:ext>
            </a:extLst>
          </p:cNvPr>
          <p:cNvSpPr/>
          <p:nvPr/>
        </p:nvSpPr>
        <p:spPr>
          <a:xfrm>
            <a:off x="644758" y="3976448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649EB8B1-5A88-EB89-D8B3-6FBC9123E48F}"/>
              </a:ext>
            </a:extLst>
          </p:cNvPr>
          <p:cNvSpPr/>
          <p:nvPr/>
        </p:nvSpPr>
        <p:spPr>
          <a:xfrm>
            <a:off x="730538" y="3078976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ED04B1A2-3557-71A1-536A-5E5FCF8053AE}"/>
              </a:ext>
            </a:extLst>
          </p:cNvPr>
          <p:cNvSpPr/>
          <p:nvPr/>
        </p:nvSpPr>
        <p:spPr>
          <a:xfrm>
            <a:off x="722319" y="3224226"/>
            <a:ext cx="802925" cy="523621"/>
          </a:xfrm>
          <a:prstGeom prst="rect">
            <a:avLst/>
          </a:prstGeom>
          <a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6045" t="-22190" r="-6045" b="-2219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F8FB5966-B8BE-10C2-8D97-18A539C91341}"/>
              </a:ext>
            </a:extLst>
          </p:cNvPr>
          <p:cNvSpPr/>
          <p:nvPr/>
        </p:nvSpPr>
        <p:spPr>
          <a:xfrm>
            <a:off x="642598" y="3770462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A295A302-47C6-3AFE-89D2-24074507375A}"/>
              </a:ext>
            </a:extLst>
          </p:cNvPr>
          <p:cNvSpPr/>
          <p:nvPr/>
        </p:nvSpPr>
        <p:spPr>
          <a:xfrm>
            <a:off x="2974058" y="476759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4A6D0D93-5382-C61C-5E41-8EC07A1AFC8A}"/>
              </a:ext>
            </a:extLst>
          </p:cNvPr>
          <p:cNvSpPr/>
          <p:nvPr/>
        </p:nvSpPr>
        <p:spPr>
          <a:xfrm>
            <a:off x="3079296" y="593965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FCC586B4-3D40-895A-3732-F23E6EB300D7}"/>
              </a:ext>
            </a:extLst>
          </p:cNvPr>
          <p:cNvSpPr/>
          <p:nvPr/>
        </p:nvSpPr>
        <p:spPr>
          <a:xfrm>
            <a:off x="3713517" y="593563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DF7B04DB-236B-F867-3E87-AC278F440416}"/>
              </a:ext>
            </a:extLst>
          </p:cNvPr>
          <p:cNvSpPr/>
          <p:nvPr/>
        </p:nvSpPr>
        <p:spPr>
          <a:xfrm>
            <a:off x="3003097" y="576424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2BDA051F-9EC6-7B43-2FB2-BE97BF16E156}"/>
              </a:ext>
            </a:extLst>
          </p:cNvPr>
          <p:cNvSpPr/>
          <p:nvPr/>
        </p:nvSpPr>
        <p:spPr>
          <a:xfrm>
            <a:off x="3088877" y="486677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E76E6148-AC95-2CE1-4024-D5AC242749DA}"/>
              </a:ext>
            </a:extLst>
          </p:cNvPr>
          <p:cNvSpPr/>
          <p:nvPr/>
        </p:nvSpPr>
        <p:spPr>
          <a:xfrm>
            <a:off x="3080658" y="5012021"/>
            <a:ext cx="802925" cy="523621"/>
          </a:xfrm>
          <a:prstGeom prst="rect">
            <a:avLst/>
          </a:prstGeom>
          <a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21738" t="-42815" r="-21738" b="-4281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D95E32AE-B386-4226-788D-61F0E4043B61}"/>
              </a:ext>
            </a:extLst>
          </p:cNvPr>
          <p:cNvSpPr/>
          <p:nvPr/>
        </p:nvSpPr>
        <p:spPr>
          <a:xfrm>
            <a:off x="3000937" y="555825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12773E95-F410-7325-10F9-959007775CED}"/>
              </a:ext>
            </a:extLst>
          </p:cNvPr>
          <p:cNvSpPr/>
          <p:nvPr/>
        </p:nvSpPr>
        <p:spPr>
          <a:xfrm>
            <a:off x="4150745" y="4765883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AC63FAD2-CDE8-81EF-3196-EFC0ACF799AD}"/>
              </a:ext>
            </a:extLst>
          </p:cNvPr>
          <p:cNvSpPr/>
          <p:nvPr/>
        </p:nvSpPr>
        <p:spPr>
          <a:xfrm>
            <a:off x="4255983" y="5937946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99B6EB49-EE84-FEC1-61C6-0E3E2B98D79D}"/>
              </a:ext>
            </a:extLst>
          </p:cNvPr>
          <p:cNvSpPr/>
          <p:nvPr/>
        </p:nvSpPr>
        <p:spPr>
          <a:xfrm>
            <a:off x="4890204" y="5933922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1AB671FD-F99E-B372-0E09-A414BB960E25}"/>
              </a:ext>
            </a:extLst>
          </p:cNvPr>
          <p:cNvSpPr/>
          <p:nvPr/>
        </p:nvSpPr>
        <p:spPr>
          <a:xfrm>
            <a:off x="4179784" y="5762533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1136E861-D086-F245-7047-57AAB1CDC9F1}"/>
              </a:ext>
            </a:extLst>
          </p:cNvPr>
          <p:cNvSpPr/>
          <p:nvPr/>
        </p:nvSpPr>
        <p:spPr>
          <a:xfrm>
            <a:off x="4265564" y="4865061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8D16B103-4CF7-E232-9BA1-1C2C318B3E0E}"/>
              </a:ext>
            </a:extLst>
          </p:cNvPr>
          <p:cNvSpPr/>
          <p:nvPr/>
        </p:nvSpPr>
        <p:spPr>
          <a:xfrm>
            <a:off x="4257345" y="5010311"/>
            <a:ext cx="802925" cy="523621"/>
          </a:xfrm>
          <a:prstGeom prst="rect">
            <a:avLst/>
          </a:prstGeom>
          <a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8287" t="-15315" r="-8287" b="-1531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40008D95-AF12-96B4-BA16-686ED72D6038}"/>
              </a:ext>
            </a:extLst>
          </p:cNvPr>
          <p:cNvSpPr/>
          <p:nvPr/>
        </p:nvSpPr>
        <p:spPr>
          <a:xfrm>
            <a:off x="4177624" y="5556547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1B86D166-B907-810E-772F-B750AA09435F}"/>
              </a:ext>
            </a:extLst>
          </p:cNvPr>
          <p:cNvSpPr/>
          <p:nvPr/>
        </p:nvSpPr>
        <p:spPr>
          <a:xfrm>
            <a:off x="1801241" y="4755097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E2D934B5-DC58-51C4-36EA-6A3A0DE67631}"/>
              </a:ext>
            </a:extLst>
          </p:cNvPr>
          <p:cNvSpPr/>
          <p:nvPr/>
        </p:nvSpPr>
        <p:spPr>
          <a:xfrm>
            <a:off x="1906479" y="5927160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C3302054-E563-8925-789D-3CE15A69066B}"/>
              </a:ext>
            </a:extLst>
          </p:cNvPr>
          <p:cNvSpPr/>
          <p:nvPr/>
        </p:nvSpPr>
        <p:spPr>
          <a:xfrm>
            <a:off x="2540700" y="5923136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CA6615E6-7203-D94F-2F16-F75617F780D1}"/>
              </a:ext>
            </a:extLst>
          </p:cNvPr>
          <p:cNvSpPr/>
          <p:nvPr/>
        </p:nvSpPr>
        <p:spPr>
          <a:xfrm>
            <a:off x="1830280" y="5751747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5D130D11-A3F0-D08F-B979-4C058DF5DB62}"/>
              </a:ext>
            </a:extLst>
          </p:cNvPr>
          <p:cNvSpPr/>
          <p:nvPr/>
        </p:nvSpPr>
        <p:spPr>
          <a:xfrm>
            <a:off x="1916060" y="4854275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6FCCBB2B-CD8C-D52D-5024-C63217E4CD59}"/>
              </a:ext>
            </a:extLst>
          </p:cNvPr>
          <p:cNvSpPr/>
          <p:nvPr/>
        </p:nvSpPr>
        <p:spPr>
          <a:xfrm>
            <a:off x="1907841" y="4999525"/>
            <a:ext cx="802925" cy="523621"/>
          </a:xfrm>
          <a:prstGeom prst="rect">
            <a:avLst/>
          </a:prstGeom>
          <a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804" t="-32503" r="-3804" b="-3250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10F85721-FBAB-431D-5A2C-389AEC299AE9}"/>
              </a:ext>
            </a:extLst>
          </p:cNvPr>
          <p:cNvSpPr/>
          <p:nvPr/>
        </p:nvSpPr>
        <p:spPr>
          <a:xfrm>
            <a:off x="1828120" y="5545761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05BDFCDB-2A9D-1FCD-0BF5-43D4757BA41F}"/>
              </a:ext>
            </a:extLst>
          </p:cNvPr>
          <p:cNvSpPr/>
          <p:nvPr/>
        </p:nvSpPr>
        <p:spPr>
          <a:xfrm>
            <a:off x="615719" y="4755221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0123A977-F6F9-010A-C89C-B63B845BB748}"/>
              </a:ext>
            </a:extLst>
          </p:cNvPr>
          <p:cNvSpPr/>
          <p:nvPr/>
        </p:nvSpPr>
        <p:spPr>
          <a:xfrm>
            <a:off x="720957" y="5927284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E2009D05-3991-B3B9-FB1A-D86D84F76F09}"/>
              </a:ext>
            </a:extLst>
          </p:cNvPr>
          <p:cNvSpPr/>
          <p:nvPr/>
        </p:nvSpPr>
        <p:spPr>
          <a:xfrm>
            <a:off x="1355178" y="5923260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7CD4DC3B-2690-AE0F-6AA6-B934C4E0E447}"/>
              </a:ext>
            </a:extLst>
          </p:cNvPr>
          <p:cNvSpPr/>
          <p:nvPr/>
        </p:nvSpPr>
        <p:spPr>
          <a:xfrm>
            <a:off x="644758" y="5751871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E4AE7F98-7BAF-A738-A016-64F7F9AF3C1E}"/>
              </a:ext>
            </a:extLst>
          </p:cNvPr>
          <p:cNvSpPr/>
          <p:nvPr/>
        </p:nvSpPr>
        <p:spPr>
          <a:xfrm>
            <a:off x="730538" y="4854399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E2F68DA0-214D-B4F3-A847-979633FBF35A}"/>
              </a:ext>
            </a:extLst>
          </p:cNvPr>
          <p:cNvSpPr/>
          <p:nvPr/>
        </p:nvSpPr>
        <p:spPr>
          <a:xfrm>
            <a:off x="722319" y="4999649"/>
            <a:ext cx="802925" cy="523621"/>
          </a:xfrm>
          <a:prstGeom prst="rect">
            <a:avLst/>
          </a:prstGeom>
          <a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2922" t="-18752" r="2922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D6C42546-8137-7AF3-821F-5CBBA4FA15FD}"/>
              </a:ext>
            </a:extLst>
          </p:cNvPr>
          <p:cNvSpPr/>
          <p:nvPr/>
        </p:nvSpPr>
        <p:spPr>
          <a:xfrm>
            <a:off x="642598" y="5545885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</p:spTree>
    <p:extLst>
      <p:ext uri="{BB962C8B-B14F-4D97-AF65-F5344CB8AC3E}">
        <p14:creationId xmlns:p14="http://schemas.microsoft.com/office/powerpoint/2010/main" val="2887360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BFB1B-4AD8-471C-93F2-4E49AB4E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FCBCD5-6F47-109D-9726-E7BC43F02D46}"/>
              </a:ext>
            </a:extLst>
          </p:cNvPr>
          <p:cNvSpPr/>
          <p:nvPr/>
        </p:nvSpPr>
        <p:spPr>
          <a:xfrm>
            <a:off x="-72571" y="-42873"/>
            <a:ext cx="7006771" cy="518844"/>
          </a:xfrm>
          <a:prstGeom prst="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0C2B4C1D-AA7F-FD51-818E-DF04912A96E0}"/>
              </a:ext>
            </a:extLst>
          </p:cNvPr>
          <p:cNvSpPr/>
          <p:nvPr/>
        </p:nvSpPr>
        <p:spPr>
          <a:xfrm>
            <a:off x="1650206" y="110326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C1ECDC-028B-4A94-4889-5375CCC55E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95" y="-203104"/>
            <a:ext cx="867300" cy="867300"/>
          </a:xfrm>
          <a:prstGeom prst="rect">
            <a:avLst/>
          </a:prstGeom>
        </p:spPr>
      </p:pic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01CE1A36-1121-1256-DBDF-37973B23D21F}"/>
              </a:ext>
            </a:extLst>
          </p:cNvPr>
          <p:cNvSpPr/>
          <p:nvPr/>
        </p:nvSpPr>
        <p:spPr>
          <a:xfrm>
            <a:off x="4136231" y="110330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880737-5452-2B9F-281E-847EB090C7EC}"/>
              </a:ext>
            </a:extLst>
          </p:cNvPr>
          <p:cNvSpPr/>
          <p:nvPr/>
        </p:nvSpPr>
        <p:spPr>
          <a:xfrm>
            <a:off x="1975247" y="110327"/>
            <a:ext cx="2407444" cy="2409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59FD41-F747-B4CC-9414-B401F5408CD7}"/>
              </a:ext>
            </a:extLst>
          </p:cNvPr>
          <p:cNvSpPr txBox="1"/>
          <p:nvPr/>
        </p:nvSpPr>
        <p:spPr>
          <a:xfrm>
            <a:off x="1735931" y="123206"/>
            <a:ext cx="48577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>
                <a:solidFill>
                  <a:schemeClr val="bg1">
                    <a:lumMod val="50000"/>
                  </a:schemeClr>
                </a:solidFill>
              </a:rPr>
              <a:t>Search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A692D2-7208-5053-DF30-39F97471AB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789" y="178711"/>
            <a:ext cx="114300" cy="114300"/>
          </a:xfrm>
          <a:prstGeom prst="rect">
            <a:avLst/>
          </a:prstGeom>
        </p:spPr>
      </p:pic>
      <p:pic>
        <p:nvPicPr>
          <p:cNvPr id="13" name="Picture 12">
            <a:hlinkClick r:id="rId4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6AE2D584-B26F-F9CD-2A8F-40EF3EAC5F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124" y="166580"/>
            <a:ext cx="175426" cy="1754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39F1E0E-3CBC-E811-23F3-CEA2AF3AB3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975" y="153571"/>
            <a:ext cx="191297" cy="188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35FB1D6-D863-F585-0868-36D956D3844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593" y="147861"/>
            <a:ext cx="195732" cy="195732"/>
          </a:xfrm>
          <a:prstGeom prst="rect">
            <a:avLst/>
          </a:prstGeom>
        </p:spPr>
      </p:pic>
      <p:pic>
        <p:nvPicPr>
          <p:cNvPr id="16" name="Picture 15">
            <a:hlinkClick r:id="rId9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72CDF6AB-1258-F22E-E19C-6AE80FA7736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16" y="114028"/>
            <a:ext cx="246459" cy="246459"/>
          </a:xfrm>
          <a:prstGeom prst="rect">
            <a:avLst/>
          </a:prstGeom>
        </p:spPr>
      </p:pic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041A54EF-66DF-744A-2E3C-B252C6F81005}"/>
              </a:ext>
            </a:extLst>
          </p:cNvPr>
          <p:cNvSpPr/>
          <p:nvPr/>
        </p:nvSpPr>
        <p:spPr>
          <a:xfrm>
            <a:off x="-72571" y="8284021"/>
            <a:ext cx="7006771" cy="1999349"/>
          </a:xfrm>
          <a:prstGeom prst="round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2D247D8-5367-D970-6BF0-3548FB7707A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516" y="8269121"/>
            <a:ext cx="1668550" cy="1668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08F72A-6B68-00C3-8EDB-47C996C54ED8}"/>
              </a:ext>
            </a:extLst>
          </p:cNvPr>
          <p:cNvSpPr txBox="1"/>
          <p:nvPr/>
        </p:nvSpPr>
        <p:spPr>
          <a:xfrm>
            <a:off x="678266" y="8505808"/>
            <a:ext cx="131881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CUSTOMER SERVICE</a:t>
            </a:r>
          </a:p>
          <a:p>
            <a:endParaRPr lang="en-PH" sz="12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Cancellation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Delivery</a:t>
            </a:r>
          </a:p>
          <a:p>
            <a:r>
              <a:rPr lang="en-PH" sz="600" dirty="0">
                <a:solidFill>
                  <a:schemeClr val="bg1"/>
                </a:solidFill>
              </a:rPr>
              <a:t>Order Verification</a:t>
            </a:r>
          </a:p>
          <a:p>
            <a:r>
              <a:rPr lang="en-PH" sz="600" dirty="0">
                <a:solidFill>
                  <a:schemeClr val="bg1"/>
                </a:solidFill>
              </a:rPr>
              <a:t>Payment 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Privacy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Terms and Conditions</a:t>
            </a:r>
          </a:p>
          <a:p>
            <a:r>
              <a:rPr lang="en-PH" sz="600" dirty="0">
                <a:solidFill>
                  <a:schemeClr val="bg1"/>
                </a:solidFill>
              </a:rPr>
              <a:t>Warranty</a:t>
            </a:r>
            <a:endParaRPr lang="en-PH" sz="11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CDFA7-B9F9-EACA-6EFA-3DAE3A48A50B}"/>
              </a:ext>
            </a:extLst>
          </p:cNvPr>
          <p:cNvSpPr txBox="1"/>
          <p:nvPr/>
        </p:nvSpPr>
        <p:spPr>
          <a:xfrm>
            <a:off x="1996061" y="8505808"/>
            <a:ext cx="1318813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COMPANY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Careers</a:t>
            </a:r>
          </a:p>
          <a:p>
            <a:r>
              <a:rPr lang="en-PH" sz="600" dirty="0">
                <a:solidFill>
                  <a:schemeClr val="bg1"/>
                </a:solidFill>
              </a:rPr>
              <a:t>Contact Us</a:t>
            </a:r>
          </a:p>
          <a:p>
            <a:r>
              <a:rPr lang="en-PH" sz="600" dirty="0">
                <a:solidFill>
                  <a:schemeClr val="bg1"/>
                </a:solidFill>
              </a:rPr>
              <a:t>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News and Articles</a:t>
            </a:r>
          </a:p>
          <a:p>
            <a:r>
              <a:rPr lang="en-PH" sz="600" dirty="0">
                <a:solidFill>
                  <a:schemeClr val="bg1"/>
                </a:solidFill>
              </a:rPr>
              <a:t>Our Company</a:t>
            </a:r>
          </a:p>
          <a:p>
            <a:r>
              <a:rPr lang="en-PH" sz="600" dirty="0">
                <a:solidFill>
                  <a:schemeClr val="bg1"/>
                </a:solidFill>
              </a:rPr>
              <a:t>Reviews</a:t>
            </a:r>
          </a:p>
          <a:p>
            <a:r>
              <a:rPr lang="en-PH" sz="600" dirty="0">
                <a:solidFill>
                  <a:schemeClr val="bg1"/>
                </a:solidFill>
              </a:rPr>
              <a:t>Store Locations</a:t>
            </a:r>
            <a:endParaRPr lang="en-PH" sz="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48C7EE-6946-15B0-85CC-BD039659E90B}"/>
              </a:ext>
            </a:extLst>
          </p:cNvPr>
          <p:cNvSpPr txBox="1"/>
          <p:nvPr/>
        </p:nvSpPr>
        <p:spPr>
          <a:xfrm>
            <a:off x="3000937" y="8508634"/>
            <a:ext cx="131881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LINKS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Gadget Spot Corporate</a:t>
            </a:r>
          </a:p>
          <a:p>
            <a:r>
              <a:rPr lang="en-PH" sz="600" dirty="0">
                <a:solidFill>
                  <a:schemeClr val="bg1"/>
                </a:solidFill>
              </a:rPr>
              <a:t>Gadget Spot Community</a:t>
            </a:r>
          </a:p>
          <a:p>
            <a:r>
              <a:rPr lang="en-PH" sz="600" dirty="0">
                <a:solidFill>
                  <a:schemeClr val="bg1"/>
                </a:solidFill>
              </a:rPr>
              <a:t>Lazada Official Store</a:t>
            </a:r>
          </a:p>
          <a:p>
            <a:r>
              <a:rPr lang="en-PH" sz="600" dirty="0">
                <a:solidFill>
                  <a:schemeClr val="bg1"/>
                </a:solidFill>
              </a:rPr>
              <a:t>Shopee Official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98F016-FF57-353F-E68A-53C5BEC3BE8A}"/>
              </a:ext>
            </a:extLst>
          </p:cNvPr>
          <p:cNvSpPr txBox="1"/>
          <p:nvPr/>
        </p:nvSpPr>
        <p:spPr>
          <a:xfrm>
            <a:off x="2808861" y="9712247"/>
            <a:ext cx="1362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50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©2026 Gadget SPOT. ALL RIGHTS RESERVED</a:t>
            </a:r>
            <a:endParaRPr lang="en-PH" sz="5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D15530A-A621-C1ED-DFDA-053559A7A7AC}"/>
              </a:ext>
            </a:extLst>
          </p:cNvPr>
          <p:cNvSpPr txBox="1"/>
          <p:nvPr/>
        </p:nvSpPr>
        <p:spPr>
          <a:xfrm>
            <a:off x="571139" y="758739"/>
            <a:ext cx="16850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Franklin Gothic Demi" panose="020B0703020102020204" pitchFamily="34" charset="0"/>
                <a:hlinkClick r:id="rId12" action="ppaction://hlinksldjump">
                  <a:snd r:embed="rId5" name="click.wav"/>
                </a:hlinkClick>
              </a:rPr>
              <a:t>PRODUCTS</a:t>
            </a:r>
            <a:r>
              <a:rPr lang="en-US" sz="900" dirty="0">
                <a:latin typeface="Franklin Gothic Demi" panose="020B0703020102020204" pitchFamily="34" charset="0"/>
              </a:rPr>
              <a:t> &gt; </a:t>
            </a:r>
            <a:r>
              <a:rPr lang="en-US" sz="900" b="1" u="sng" dirty="0">
                <a:latin typeface="Franklin Gothic Demi" panose="020B0703020102020204" pitchFamily="34" charset="0"/>
              </a:rPr>
              <a:t>GAMING CHAIR </a:t>
            </a:r>
            <a:endParaRPr lang="en-PH" sz="900" b="1" u="sng" dirty="0">
              <a:latin typeface="Franklin Gothic Demi" panose="020B0703020102020204" pitchFamily="34" charset="0"/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E70C2498-207D-5972-6CD2-C05C0A7C1FA7}"/>
              </a:ext>
            </a:extLst>
          </p:cNvPr>
          <p:cNvSpPr/>
          <p:nvPr/>
        </p:nvSpPr>
        <p:spPr>
          <a:xfrm>
            <a:off x="2974058" y="125059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5C1C4BB9-FA83-B81A-BF28-5FA5248393A7}"/>
              </a:ext>
            </a:extLst>
          </p:cNvPr>
          <p:cNvSpPr/>
          <p:nvPr/>
        </p:nvSpPr>
        <p:spPr>
          <a:xfrm>
            <a:off x="3079296" y="242265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3AB568DE-32BF-3ABB-4ADD-88D847AAB33B}"/>
              </a:ext>
            </a:extLst>
          </p:cNvPr>
          <p:cNvSpPr/>
          <p:nvPr/>
        </p:nvSpPr>
        <p:spPr>
          <a:xfrm>
            <a:off x="3713517" y="241863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69F1322-3C64-AA20-BFF5-241C843AD05D}"/>
              </a:ext>
            </a:extLst>
          </p:cNvPr>
          <p:cNvSpPr/>
          <p:nvPr/>
        </p:nvSpPr>
        <p:spPr>
          <a:xfrm>
            <a:off x="3003097" y="224724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9889414B-3FC4-1A18-502F-AEB553B3CDEE}"/>
              </a:ext>
            </a:extLst>
          </p:cNvPr>
          <p:cNvSpPr/>
          <p:nvPr/>
        </p:nvSpPr>
        <p:spPr>
          <a:xfrm>
            <a:off x="3088877" y="134977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0D67D33-1FF0-E856-B37B-A9B1CD9CCBC9}"/>
              </a:ext>
            </a:extLst>
          </p:cNvPr>
          <p:cNvSpPr/>
          <p:nvPr/>
        </p:nvSpPr>
        <p:spPr>
          <a:xfrm>
            <a:off x="3080658" y="1495020"/>
            <a:ext cx="802925" cy="523621"/>
          </a:xfrm>
          <a:prstGeom prst="rect">
            <a:avLst/>
          </a:prstGeom>
          <a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6373" t="-1564" r="16373" b="-1564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8536731-9C5B-E3D0-DEB0-D07233DD2737}"/>
              </a:ext>
            </a:extLst>
          </p:cNvPr>
          <p:cNvSpPr/>
          <p:nvPr/>
        </p:nvSpPr>
        <p:spPr>
          <a:xfrm>
            <a:off x="3000937" y="204125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0991ACED-FD53-A319-C97E-FDDBADAD9802}"/>
              </a:ext>
            </a:extLst>
          </p:cNvPr>
          <p:cNvSpPr/>
          <p:nvPr/>
        </p:nvSpPr>
        <p:spPr>
          <a:xfrm>
            <a:off x="4150745" y="124888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5B71ADAF-E326-65CD-0056-4244456A9DF2}"/>
              </a:ext>
            </a:extLst>
          </p:cNvPr>
          <p:cNvSpPr/>
          <p:nvPr/>
        </p:nvSpPr>
        <p:spPr>
          <a:xfrm>
            <a:off x="4255983" y="242094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E529BAAD-C914-5CC2-C887-DD50D9E2F019}"/>
              </a:ext>
            </a:extLst>
          </p:cNvPr>
          <p:cNvSpPr/>
          <p:nvPr/>
        </p:nvSpPr>
        <p:spPr>
          <a:xfrm>
            <a:off x="4890204" y="241692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E8C66B7-9549-A213-8BF1-84E4E1C5E8E5}"/>
              </a:ext>
            </a:extLst>
          </p:cNvPr>
          <p:cNvSpPr/>
          <p:nvPr/>
        </p:nvSpPr>
        <p:spPr>
          <a:xfrm>
            <a:off x="4179784" y="224553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0FF6C28B-74E5-064C-D408-DDCF70D5CD9F}"/>
              </a:ext>
            </a:extLst>
          </p:cNvPr>
          <p:cNvSpPr/>
          <p:nvPr/>
        </p:nvSpPr>
        <p:spPr>
          <a:xfrm>
            <a:off x="4265564" y="134806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913BB50D-BD96-F85A-8C38-1E8393D7FD7A}"/>
              </a:ext>
            </a:extLst>
          </p:cNvPr>
          <p:cNvSpPr/>
          <p:nvPr/>
        </p:nvSpPr>
        <p:spPr>
          <a:xfrm>
            <a:off x="4257345" y="1493310"/>
            <a:ext cx="802925" cy="523621"/>
          </a:xfrm>
          <a:prstGeom prst="rect">
            <a:avLst/>
          </a:prstGeom>
          <a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1890" t="-8439" r="11890" b="-843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EB6A251-E624-9376-D153-E81B20B8C25F}"/>
              </a:ext>
            </a:extLst>
          </p:cNvPr>
          <p:cNvSpPr/>
          <p:nvPr/>
        </p:nvSpPr>
        <p:spPr>
          <a:xfrm>
            <a:off x="4177624" y="203954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B225680D-D743-1C47-CBBF-1DE3E6052910}"/>
              </a:ext>
            </a:extLst>
          </p:cNvPr>
          <p:cNvSpPr/>
          <p:nvPr/>
        </p:nvSpPr>
        <p:spPr>
          <a:xfrm>
            <a:off x="5318477" y="1239995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1FEC7F12-6077-538D-F91E-6C51AAF508AE}"/>
              </a:ext>
            </a:extLst>
          </p:cNvPr>
          <p:cNvSpPr/>
          <p:nvPr/>
        </p:nvSpPr>
        <p:spPr>
          <a:xfrm>
            <a:off x="5423715" y="2412058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D0093FAD-AD6C-72C2-DAB5-F8B9914D1D45}"/>
              </a:ext>
            </a:extLst>
          </p:cNvPr>
          <p:cNvSpPr/>
          <p:nvPr/>
        </p:nvSpPr>
        <p:spPr>
          <a:xfrm>
            <a:off x="6057936" y="2408034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1C5E7E34-431D-386D-3B13-61226EC1B590}"/>
              </a:ext>
            </a:extLst>
          </p:cNvPr>
          <p:cNvSpPr/>
          <p:nvPr/>
        </p:nvSpPr>
        <p:spPr>
          <a:xfrm>
            <a:off x="5347516" y="2236645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D6268C42-8699-A9A0-17AD-E4B8F76C9B4F}"/>
              </a:ext>
            </a:extLst>
          </p:cNvPr>
          <p:cNvSpPr/>
          <p:nvPr/>
        </p:nvSpPr>
        <p:spPr>
          <a:xfrm>
            <a:off x="5433296" y="1339173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01631D0-3A30-B950-F087-299E4B730062}"/>
              </a:ext>
            </a:extLst>
          </p:cNvPr>
          <p:cNvSpPr/>
          <p:nvPr/>
        </p:nvSpPr>
        <p:spPr>
          <a:xfrm>
            <a:off x="5425077" y="1484423"/>
            <a:ext cx="802925" cy="523621"/>
          </a:xfrm>
          <a:prstGeom prst="rect">
            <a:avLst/>
          </a:prstGeom>
          <a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4131" t="-5002" r="14131" b="-50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22E71D9E-17D1-3E57-8B4B-7B34E1EDDBFC}"/>
              </a:ext>
            </a:extLst>
          </p:cNvPr>
          <p:cNvSpPr/>
          <p:nvPr/>
        </p:nvSpPr>
        <p:spPr>
          <a:xfrm>
            <a:off x="5345356" y="2030659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5033EAD0-89BD-21B1-377A-D9E983FFB7C5}"/>
              </a:ext>
            </a:extLst>
          </p:cNvPr>
          <p:cNvSpPr/>
          <p:nvPr/>
        </p:nvSpPr>
        <p:spPr>
          <a:xfrm>
            <a:off x="1801241" y="1238096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F0A01DBC-F42A-598B-2FEA-0DD644CEDE3F}"/>
              </a:ext>
            </a:extLst>
          </p:cNvPr>
          <p:cNvSpPr/>
          <p:nvPr/>
        </p:nvSpPr>
        <p:spPr>
          <a:xfrm>
            <a:off x="1906479" y="2410159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78F9EDD0-F399-9190-D72A-FF8C5C0DE109}"/>
              </a:ext>
            </a:extLst>
          </p:cNvPr>
          <p:cNvSpPr/>
          <p:nvPr/>
        </p:nvSpPr>
        <p:spPr>
          <a:xfrm>
            <a:off x="2540700" y="2406135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7A356BC3-65C1-8CE0-B51B-542165F0FD56}"/>
              </a:ext>
            </a:extLst>
          </p:cNvPr>
          <p:cNvSpPr/>
          <p:nvPr/>
        </p:nvSpPr>
        <p:spPr>
          <a:xfrm>
            <a:off x="1830280" y="2234746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6895370D-26E4-87FE-D1AB-23CF87680053}"/>
              </a:ext>
            </a:extLst>
          </p:cNvPr>
          <p:cNvSpPr/>
          <p:nvPr/>
        </p:nvSpPr>
        <p:spPr>
          <a:xfrm>
            <a:off x="1916060" y="1337274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F7700AFA-565E-6F32-98EC-64958587E7E5}"/>
              </a:ext>
            </a:extLst>
          </p:cNvPr>
          <p:cNvSpPr/>
          <p:nvPr/>
        </p:nvSpPr>
        <p:spPr>
          <a:xfrm>
            <a:off x="1907841" y="1482524"/>
            <a:ext cx="802925" cy="523621"/>
          </a:xfrm>
          <a:prstGeom prst="rect">
            <a:avLst/>
          </a:prstGeom>
          <a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6373" t="-1564" r="16373" b="-1564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98941E4B-313E-BB5E-FD73-BC17EB015221}"/>
              </a:ext>
            </a:extLst>
          </p:cNvPr>
          <p:cNvSpPr/>
          <p:nvPr/>
        </p:nvSpPr>
        <p:spPr>
          <a:xfrm>
            <a:off x="1828120" y="2028760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C73CBD6E-6851-2D85-8230-72D782A0E718}"/>
              </a:ext>
            </a:extLst>
          </p:cNvPr>
          <p:cNvSpPr/>
          <p:nvPr/>
        </p:nvSpPr>
        <p:spPr>
          <a:xfrm>
            <a:off x="615719" y="123822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5BB8C485-C823-7D45-FAB7-67070FE65A42}"/>
              </a:ext>
            </a:extLst>
          </p:cNvPr>
          <p:cNvSpPr/>
          <p:nvPr/>
        </p:nvSpPr>
        <p:spPr>
          <a:xfrm>
            <a:off x="720957" y="241028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0191E611-E89A-29AB-7ACE-1B45C352E590}"/>
              </a:ext>
            </a:extLst>
          </p:cNvPr>
          <p:cNvSpPr/>
          <p:nvPr/>
        </p:nvSpPr>
        <p:spPr>
          <a:xfrm>
            <a:off x="1355178" y="240625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C0361318-DF90-7F6C-640F-7E5403629E37}"/>
              </a:ext>
            </a:extLst>
          </p:cNvPr>
          <p:cNvSpPr/>
          <p:nvPr/>
        </p:nvSpPr>
        <p:spPr>
          <a:xfrm>
            <a:off x="644758" y="223487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F3752243-D72A-C14C-E9E9-4FE137455CB9}"/>
              </a:ext>
            </a:extLst>
          </p:cNvPr>
          <p:cNvSpPr/>
          <p:nvPr/>
        </p:nvSpPr>
        <p:spPr>
          <a:xfrm>
            <a:off x="730538" y="133739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E270A16-1DDE-118F-43B9-3BBEE8969C64}"/>
              </a:ext>
            </a:extLst>
          </p:cNvPr>
          <p:cNvSpPr/>
          <p:nvPr/>
        </p:nvSpPr>
        <p:spPr>
          <a:xfrm>
            <a:off x="722319" y="1482648"/>
            <a:ext cx="802925" cy="523621"/>
          </a:xfrm>
          <a:prstGeom prst="rect">
            <a:avLst/>
          </a:prstGeom>
          <a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7405" t="-15315" r="7405" b="-1531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C0EDCD4-69FC-5016-D257-FF440E19F5E6}"/>
              </a:ext>
            </a:extLst>
          </p:cNvPr>
          <p:cNvSpPr/>
          <p:nvPr/>
        </p:nvSpPr>
        <p:spPr>
          <a:xfrm>
            <a:off x="642598" y="202888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9E706819-0542-594A-8E1C-DB9FD62F16F0}"/>
              </a:ext>
            </a:extLst>
          </p:cNvPr>
          <p:cNvSpPr/>
          <p:nvPr/>
        </p:nvSpPr>
        <p:spPr>
          <a:xfrm>
            <a:off x="615719" y="2979798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14BD7CF4-E509-BA88-922A-3F497D5792EC}"/>
              </a:ext>
            </a:extLst>
          </p:cNvPr>
          <p:cNvSpPr/>
          <p:nvPr/>
        </p:nvSpPr>
        <p:spPr>
          <a:xfrm>
            <a:off x="720957" y="4151861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346BB7C1-5749-A7DB-6566-D15C6B8B21CF}"/>
              </a:ext>
            </a:extLst>
          </p:cNvPr>
          <p:cNvSpPr/>
          <p:nvPr/>
        </p:nvSpPr>
        <p:spPr>
          <a:xfrm>
            <a:off x="1355178" y="4147837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6C7E2C49-C2D2-2398-6392-8FB276A93192}"/>
              </a:ext>
            </a:extLst>
          </p:cNvPr>
          <p:cNvSpPr/>
          <p:nvPr/>
        </p:nvSpPr>
        <p:spPr>
          <a:xfrm>
            <a:off x="644758" y="3976448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C3E5B0C3-C50D-F218-EA23-FD5C627316D0}"/>
              </a:ext>
            </a:extLst>
          </p:cNvPr>
          <p:cNvSpPr/>
          <p:nvPr/>
        </p:nvSpPr>
        <p:spPr>
          <a:xfrm>
            <a:off x="730538" y="3078976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C21F2C4A-57B4-5792-A140-457BA079B09F}"/>
              </a:ext>
            </a:extLst>
          </p:cNvPr>
          <p:cNvSpPr/>
          <p:nvPr/>
        </p:nvSpPr>
        <p:spPr>
          <a:xfrm>
            <a:off x="722319" y="3224226"/>
            <a:ext cx="802925" cy="523621"/>
          </a:xfrm>
          <a:prstGeom prst="rect">
            <a:avLst/>
          </a:prstGeom>
          <a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4131" t="-5002" r="14131" b="-50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817AA5E2-C3AE-BDC6-9BA7-A9109600C9D7}"/>
              </a:ext>
            </a:extLst>
          </p:cNvPr>
          <p:cNvSpPr/>
          <p:nvPr/>
        </p:nvSpPr>
        <p:spPr>
          <a:xfrm>
            <a:off x="642598" y="3770462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</p:spTree>
    <p:extLst>
      <p:ext uri="{BB962C8B-B14F-4D97-AF65-F5344CB8AC3E}">
        <p14:creationId xmlns:p14="http://schemas.microsoft.com/office/powerpoint/2010/main" val="4138920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294B3-E8F4-5DCB-21E7-03A6244AF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E25929-37D7-2CF1-5C5A-F32B18975937}"/>
              </a:ext>
            </a:extLst>
          </p:cNvPr>
          <p:cNvSpPr/>
          <p:nvPr/>
        </p:nvSpPr>
        <p:spPr>
          <a:xfrm>
            <a:off x="-72571" y="-42873"/>
            <a:ext cx="7006771" cy="518844"/>
          </a:xfrm>
          <a:prstGeom prst="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F7A89E25-4C73-0958-B021-7ACF2AA112AB}"/>
              </a:ext>
            </a:extLst>
          </p:cNvPr>
          <p:cNvSpPr/>
          <p:nvPr/>
        </p:nvSpPr>
        <p:spPr>
          <a:xfrm>
            <a:off x="1650206" y="110326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A700E5-0882-1A8E-2B59-C7852934F4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95" y="-203104"/>
            <a:ext cx="867300" cy="867300"/>
          </a:xfrm>
          <a:prstGeom prst="rect">
            <a:avLst/>
          </a:prstGeom>
        </p:spPr>
      </p:pic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2B4D35D8-9F79-34A9-2679-8058F89AC63F}"/>
              </a:ext>
            </a:extLst>
          </p:cNvPr>
          <p:cNvSpPr/>
          <p:nvPr/>
        </p:nvSpPr>
        <p:spPr>
          <a:xfrm>
            <a:off x="4136231" y="110330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BD6FCD-BA73-879A-8E39-5C2FC5C0FFB8}"/>
              </a:ext>
            </a:extLst>
          </p:cNvPr>
          <p:cNvSpPr/>
          <p:nvPr/>
        </p:nvSpPr>
        <p:spPr>
          <a:xfrm>
            <a:off x="1975247" y="110327"/>
            <a:ext cx="2407444" cy="2409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95E42C-0F8F-6570-CAD0-A63FA48DF6C2}"/>
              </a:ext>
            </a:extLst>
          </p:cNvPr>
          <p:cNvSpPr txBox="1"/>
          <p:nvPr/>
        </p:nvSpPr>
        <p:spPr>
          <a:xfrm>
            <a:off x="1735931" y="123206"/>
            <a:ext cx="48577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>
                <a:solidFill>
                  <a:schemeClr val="bg1">
                    <a:lumMod val="50000"/>
                  </a:schemeClr>
                </a:solidFill>
              </a:rPr>
              <a:t>Search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3A6FBA-46B8-33CB-9E20-CF26ADF31A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789" y="178711"/>
            <a:ext cx="114300" cy="114300"/>
          </a:xfrm>
          <a:prstGeom prst="rect">
            <a:avLst/>
          </a:prstGeom>
        </p:spPr>
      </p:pic>
      <p:pic>
        <p:nvPicPr>
          <p:cNvPr id="13" name="Picture 12">
            <a:hlinkClick r:id="rId4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613A53B0-5F17-14D2-93D7-2D09E9BD0B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124" y="166580"/>
            <a:ext cx="175426" cy="1754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E41D859-343F-5B05-2480-8D3BF8DAA1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975" y="153571"/>
            <a:ext cx="191297" cy="188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53BCD4E-733B-2B86-E27A-FB09B1794FD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593" y="147861"/>
            <a:ext cx="195732" cy="195732"/>
          </a:xfrm>
          <a:prstGeom prst="rect">
            <a:avLst/>
          </a:prstGeom>
        </p:spPr>
      </p:pic>
      <p:pic>
        <p:nvPicPr>
          <p:cNvPr id="16" name="Picture 15">
            <a:hlinkClick r:id="rId9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012E3B7D-610D-68DA-D632-A2E7C84F53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16" y="114028"/>
            <a:ext cx="246459" cy="246459"/>
          </a:xfrm>
          <a:prstGeom prst="rect">
            <a:avLst/>
          </a:prstGeom>
        </p:spPr>
      </p:pic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96D3114-9AB5-FE61-FD99-970C1AF5303A}"/>
              </a:ext>
            </a:extLst>
          </p:cNvPr>
          <p:cNvSpPr/>
          <p:nvPr/>
        </p:nvSpPr>
        <p:spPr>
          <a:xfrm>
            <a:off x="-72571" y="8284021"/>
            <a:ext cx="7006771" cy="1999349"/>
          </a:xfrm>
          <a:prstGeom prst="round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32F5E74-9B5A-7105-B298-8093872032A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516" y="8269121"/>
            <a:ext cx="1668550" cy="1668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476D93-9AE7-C181-A31A-8C36F8E7CE41}"/>
              </a:ext>
            </a:extLst>
          </p:cNvPr>
          <p:cNvSpPr txBox="1"/>
          <p:nvPr/>
        </p:nvSpPr>
        <p:spPr>
          <a:xfrm>
            <a:off x="678266" y="8505808"/>
            <a:ext cx="131881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CUSTOMER SERVICE</a:t>
            </a:r>
          </a:p>
          <a:p>
            <a:endParaRPr lang="en-PH" sz="12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Cancellation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Delivery</a:t>
            </a:r>
          </a:p>
          <a:p>
            <a:r>
              <a:rPr lang="en-PH" sz="600" dirty="0">
                <a:solidFill>
                  <a:schemeClr val="bg1"/>
                </a:solidFill>
              </a:rPr>
              <a:t>Order Verification</a:t>
            </a:r>
          </a:p>
          <a:p>
            <a:r>
              <a:rPr lang="en-PH" sz="600" dirty="0">
                <a:solidFill>
                  <a:schemeClr val="bg1"/>
                </a:solidFill>
              </a:rPr>
              <a:t>Payment 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Privacy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Terms and Conditions</a:t>
            </a:r>
          </a:p>
          <a:p>
            <a:r>
              <a:rPr lang="en-PH" sz="600" dirty="0">
                <a:solidFill>
                  <a:schemeClr val="bg1"/>
                </a:solidFill>
              </a:rPr>
              <a:t>Warranty</a:t>
            </a:r>
            <a:endParaRPr lang="en-PH" sz="11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D3932B-5D41-F49D-CEC4-B9C01D04313A}"/>
              </a:ext>
            </a:extLst>
          </p:cNvPr>
          <p:cNvSpPr txBox="1"/>
          <p:nvPr/>
        </p:nvSpPr>
        <p:spPr>
          <a:xfrm>
            <a:off x="1996061" y="8505808"/>
            <a:ext cx="1318813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COMPANY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Careers</a:t>
            </a:r>
          </a:p>
          <a:p>
            <a:r>
              <a:rPr lang="en-PH" sz="600" dirty="0">
                <a:solidFill>
                  <a:schemeClr val="bg1"/>
                </a:solidFill>
              </a:rPr>
              <a:t>Contact Us</a:t>
            </a:r>
          </a:p>
          <a:p>
            <a:r>
              <a:rPr lang="en-PH" sz="600" dirty="0">
                <a:solidFill>
                  <a:schemeClr val="bg1"/>
                </a:solidFill>
              </a:rPr>
              <a:t>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News and Articles</a:t>
            </a:r>
          </a:p>
          <a:p>
            <a:r>
              <a:rPr lang="en-PH" sz="600" dirty="0">
                <a:solidFill>
                  <a:schemeClr val="bg1"/>
                </a:solidFill>
              </a:rPr>
              <a:t>Our Company</a:t>
            </a:r>
          </a:p>
          <a:p>
            <a:r>
              <a:rPr lang="en-PH" sz="600" dirty="0">
                <a:solidFill>
                  <a:schemeClr val="bg1"/>
                </a:solidFill>
              </a:rPr>
              <a:t>Reviews</a:t>
            </a:r>
          </a:p>
          <a:p>
            <a:r>
              <a:rPr lang="en-PH" sz="600" dirty="0">
                <a:solidFill>
                  <a:schemeClr val="bg1"/>
                </a:solidFill>
              </a:rPr>
              <a:t>Store Locations</a:t>
            </a:r>
            <a:endParaRPr lang="en-PH" sz="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F3CF59-C8A2-1419-C9D7-EE76F0793575}"/>
              </a:ext>
            </a:extLst>
          </p:cNvPr>
          <p:cNvSpPr txBox="1"/>
          <p:nvPr/>
        </p:nvSpPr>
        <p:spPr>
          <a:xfrm>
            <a:off x="3000937" y="8508634"/>
            <a:ext cx="131881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LINKS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Gadget Spot Corporate</a:t>
            </a:r>
          </a:p>
          <a:p>
            <a:r>
              <a:rPr lang="en-PH" sz="600" dirty="0">
                <a:solidFill>
                  <a:schemeClr val="bg1"/>
                </a:solidFill>
              </a:rPr>
              <a:t>Gadget Spot Community</a:t>
            </a:r>
          </a:p>
          <a:p>
            <a:r>
              <a:rPr lang="en-PH" sz="600" dirty="0">
                <a:solidFill>
                  <a:schemeClr val="bg1"/>
                </a:solidFill>
              </a:rPr>
              <a:t>Lazada Official Store</a:t>
            </a:r>
          </a:p>
          <a:p>
            <a:r>
              <a:rPr lang="en-PH" sz="600" dirty="0">
                <a:solidFill>
                  <a:schemeClr val="bg1"/>
                </a:solidFill>
              </a:rPr>
              <a:t>Shopee Official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E611C4-DD09-70E2-ED66-16E1D92C1F25}"/>
              </a:ext>
            </a:extLst>
          </p:cNvPr>
          <p:cNvSpPr txBox="1"/>
          <p:nvPr/>
        </p:nvSpPr>
        <p:spPr>
          <a:xfrm>
            <a:off x="2808861" y="9712247"/>
            <a:ext cx="1362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50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©2026 Gadget SPOT. ALL RIGHTS RESERVED</a:t>
            </a:r>
            <a:endParaRPr lang="en-PH" sz="5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BD9E864-6CE8-2C94-499D-CE799804E2A2}"/>
              </a:ext>
            </a:extLst>
          </p:cNvPr>
          <p:cNvSpPr txBox="1"/>
          <p:nvPr/>
        </p:nvSpPr>
        <p:spPr>
          <a:xfrm>
            <a:off x="582866" y="758739"/>
            <a:ext cx="129875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Franklin Gothic Demi" panose="020B0703020102020204" pitchFamily="34" charset="0"/>
                <a:hlinkClick r:id="rId12" action="ppaction://hlinksldjump">
                  <a:snd r:embed="rId5" name="click.wav"/>
                </a:hlinkClick>
              </a:rPr>
              <a:t>PRODUCTS</a:t>
            </a:r>
            <a:r>
              <a:rPr lang="en-US" sz="900" dirty="0">
                <a:latin typeface="Franklin Gothic Demi" panose="020B0703020102020204" pitchFamily="34" charset="0"/>
              </a:rPr>
              <a:t> &gt; </a:t>
            </a:r>
            <a:r>
              <a:rPr lang="en-US" sz="900" b="1" u="sng" dirty="0">
                <a:latin typeface="Franklin Gothic Demi" panose="020B0703020102020204" pitchFamily="34" charset="0"/>
              </a:rPr>
              <a:t>LAPTOP </a:t>
            </a:r>
            <a:endParaRPr lang="en-PH" sz="900" b="1" u="sng" dirty="0">
              <a:latin typeface="Franklin Gothic Demi" panose="020B0703020102020204" pitchFamily="34" charset="0"/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2D3AC16F-EFC1-1B4B-062F-D136D79FA6B0}"/>
              </a:ext>
            </a:extLst>
          </p:cNvPr>
          <p:cNvSpPr/>
          <p:nvPr/>
        </p:nvSpPr>
        <p:spPr>
          <a:xfrm>
            <a:off x="2974058" y="125059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8297B7F4-32EF-3817-E2DC-5D88B900AC2A}"/>
              </a:ext>
            </a:extLst>
          </p:cNvPr>
          <p:cNvSpPr/>
          <p:nvPr/>
        </p:nvSpPr>
        <p:spPr>
          <a:xfrm>
            <a:off x="3079296" y="242265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148AFFCD-77FE-D6E0-7265-D3B26BE1EA6B}"/>
              </a:ext>
            </a:extLst>
          </p:cNvPr>
          <p:cNvSpPr/>
          <p:nvPr/>
        </p:nvSpPr>
        <p:spPr>
          <a:xfrm>
            <a:off x="3713517" y="241863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7FCC579-D243-B109-BA07-67B40679E0E6}"/>
              </a:ext>
            </a:extLst>
          </p:cNvPr>
          <p:cNvSpPr/>
          <p:nvPr/>
        </p:nvSpPr>
        <p:spPr>
          <a:xfrm>
            <a:off x="3003097" y="224724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55D3186A-BB01-8AF7-2EA6-4081B9F30735}"/>
              </a:ext>
            </a:extLst>
          </p:cNvPr>
          <p:cNvSpPr/>
          <p:nvPr/>
        </p:nvSpPr>
        <p:spPr>
          <a:xfrm>
            <a:off x="3088877" y="134977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1"/>
                </a:solidFill>
              </a:rPr>
              <a:t>SAVE</a:t>
            </a:r>
            <a:r>
              <a:rPr lang="en-PH" sz="200" dirty="0">
                <a:solidFill>
                  <a:schemeClr val="tx1"/>
                </a:solidFill>
              </a:rPr>
              <a:t>  </a:t>
            </a:r>
            <a:r>
              <a:rPr lang="en-PH" sz="300" dirty="0">
                <a:solidFill>
                  <a:schemeClr val="tx1"/>
                </a:solidFill>
              </a:rPr>
              <a:t>₱2,000.00</a:t>
            </a:r>
            <a:r>
              <a:rPr lang="en-PH" sz="100" dirty="0">
                <a:solidFill>
                  <a:schemeClr val="tx1"/>
                </a:solidFill>
              </a:rPr>
              <a:t> </a:t>
            </a:r>
            <a:endParaRPr lang="en-PH" sz="20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602AD4E-C34F-A85C-3CF4-7DFAAE64A2AF}"/>
              </a:ext>
            </a:extLst>
          </p:cNvPr>
          <p:cNvSpPr/>
          <p:nvPr/>
        </p:nvSpPr>
        <p:spPr>
          <a:xfrm>
            <a:off x="3080658" y="1495020"/>
            <a:ext cx="802925" cy="523621"/>
          </a:xfrm>
          <a:prstGeom prst="rect">
            <a:avLst/>
          </a:prstGeom>
          <a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804" t="-32503" r="-3804" b="-3250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18D2BCE-3B1F-3204-03DC-44AD6BF92A90}"/>
              </a:ext>
            </a:extLst>
          </p:cNvPr>
          <p:cNvSpPr/>
          <p:nvPr/>
        </p:nvSpPr>
        <p:spPr>
          <a:xfrm>
            <a:off x="3000937" y="204125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AMD Ryzen3 3200G Gaming PC Bundle – 8GB RAM 256GB SSD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F8F5B0FB-5B6D-E0B4-EB04-F2638A32F8DC}"/>
              </a:ext>
            </a:extLst>
          </p:cNvPr>
          <p:cNvSpPr/>
          <p:nvPr/>
        </p:nvSpPr>
        <p:spPr>
          <a:xfrm>
            <a:off x="4150745" y="1248882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ED426919-0368-F52E-5053-2BAF05635C0C}"/>
              </a:ext>
            </a:extLst>
          </p:cNvPr>
          <p:cNvSpPr/>
          <p:nvPr/>
        </p:nvSpPr>
        <p:spPr>
          <a:xfrm>
            <a:off x="4255983" y="2420945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8B04A7A2-C11A-25A2-0AE0-883494A78516}"/>
              </a:ext>
            </a:extLst>
          </p:cNvPr>
          <p:cNvSpPr/>
          <p:nvPr/>
        </p:nvSpPr>
        <p:spPr>
          <a:xfrm>
            <a:off x="4890204" y="2416921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2520CF2-70E3-B9CA-4C96-3183F49DB2E0}"/>
              </a:ext>
            </a:extLst>
          </p:cNvPr>
          <p:cNvSpPr/>
          <p:nvPr/>
        </p:nvSpPr>
        <p:spPr>
          <a:xfrm>
            <a:off x="4179784" y="2245532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₱26,995.00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A0001584-254A-4E15-DB78-12A71DDC2170}"/>
              </a:ext>
            </a:extLst>
          </p:cNvPr>
          <p:cNvSpPr/>
          <p:nvPr/>
        </p:nvSpPr>
        <p:spPr>
          <a:xfrm>
            <a:off x="4265564" y="1348060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₱2,000.00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637EF8C-9C2B-C14A-63B6-5AC8D5528AE1}"/>
              </a:ext>
            </a:extLst>
          </p:cNvPr>
          <p:cNvSpPr/>
          <p:nvPr/>
        </p:nvSpPr>
        <p:spPr>
          <a:xfrm>
            <a:off x="4257345" y="1493310"/>
            <a:ext cx="802925" cy="523621"/>
          </a:xfrm>
          <a:prstGeom prst="rect">
            <a:avLst/>
          </a:prstGeom>
          <a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681" t="-25627" r="681" b="-2562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3118711-DD19-3AED-3B62-64022409B23B}"/>
              </a:ext>
            </a:extLst>
          </p:cNvPr>
          <p:cNvSpPr/>
          <p:nvPr/>
        </p:nvSpPr>
        <p:spPr>
          <a:xfrm>
            <a:off x="4177624" y="2039546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Acer Aspire 3 Slim 15.6” Intel Core i5 – 1235U/8GB/256GB SSD/Win11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54439A45-66A8-86D8-8064-4E769B4331FF}"/>
              </a:ext>
            </a:extLst>
          </p:cNvPr>
          <p:cNvSpPr/>
          <p:nvPr/>
        </p:nvSpPr>
        <p:spPr>
          <a:xfrm>
            <a:off x="5318477" y="1239995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218E5EE9-E236-76C3-3C4E-35A50B7F5C83}"/>
              </a:ext>
            </a:extLst>
          </p:cNvPr>
          <p:cNvSpPr/>
          <p:nvPr/>
        </p:nvSpPr>
        <p:spPr>
          <a:xfrm>
            <a:off x="5423715" y="2412058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D4F2474C-04CE-7606-713C-BB55CCEF4073}"/>
              </a:ext>
            </a:extLst>
          </p:cNvPr>
          <p:cNvSpPr/>
          <p:nvPr/>
        </p:nvSpPr>
        <p:spPr>
          <a:xfrm>
            <a:off x="6057936" y="2408034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B334B39-C02F-166D-C4EF-468C45F538B4}"/>
              </a:ext>
            </a:extLst>
          </p:cNvPr>
          <p:cNvSpPr/>
          <p:nvPr/>
        </p:nvSpPr>
        <p:spPr>
          <a:xfrm>
            <a:off x="5347516" y="2236645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₱18,595.00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C39877C4-8FCA-9F88-B018-F3AD8B5B26A3}"/>
              </a:ext>
            </a:extLst>
          </p:cNvPr>
          <p:cNvSpPr/>
          <p:nvPr/>
        </p:nvSpPr>
        <p:spPr>
          <a:xfrm>
            <a:off x="5433296" y="1339173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₱2,665.00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7E09E22-12D8-4CA7-79EE-D375F1B08881}"/>
              </a:ext>
            </a:extLst>
          </p:cNvPr>
          <p:cNvSpPr/>
          <p:nvPr/>
        </p:nvSpPr>
        <p:spPr>
          <a:xfrm>
            <a:off x="5425077" y="1484423"/>
            <a:ext cx="802925" cy="523621"/>
          </a:xfrm>
          <a:prstGeom prst="rect">
            <a:avLst/>
          </a:prstGeom>
          <a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2922" t="-22190" r="2922" b="-2219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DED7BB2C-871E-D25D-16A0-8EADE51CC972}"/>
              </a:ext>
            </a:extLst>
          </p:cNvPr>
          <p:cNvSpPr/>
          <p:nvPr/>
        </p:nvSpPr>
        <p:spPr>
          <a:xfrm>
            <a:off x="5345356" y="2030659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Colorful GeForce RTX 5060 Battle AX DUO 8GB GDDR7 Graphics Card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F4A10F4D-9314-B01B-8631-0D54A08FE558}"/>
              </a:ext>
            </a:extLst>
          </p:cNvPr>
          <p:cNvSpPr/>
          <p:nvPr/>
        </p:nvSpPr>
        <p:spPr>
          <a:xfrm>
            <a:off x="1801241" y="1238096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FF76E32E-BB4F-D24B-F70F-0D79ADE02739}"/>
              </a:ext>
            </a:extLst>
          </p:cNvPr>
          <p:cNvSpPr/>
          <p:nvPr/>
        </p:nvSpPr>
        <p:spPr>
          <a:xfrm>
            <a:off x="1906479" y="2410159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8389222E-E307-4D4E-24A4-AB2AF6599AED}"/>
              </a:ext>
            </a:extLst>
          </p:cNvPr>
          <p:cNvSpPr/>
          <p:nvPr/>
        </p:nvSpPr>
        <p:spPr>
          <a:xfrm>
            <a:off x="2540700" y="2406135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C8BAD604-8906-B873-9938-2D9B195217BD}"/>
              </a:ext>
            </a:extLst>
          </p:cNvPr>
          <p:cNvSpPr/>
          <p:nvPr/>
        </p:nvSpPr>
        <p:spPr>
          <a:xfrm>
            <a:off x="1830280" y="2234746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₱18,995.00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A91B31B2-717C-27FE-39ED-0E20369EC156}"/>
              </a:ext>
            </a:extLst>
          </p:cNvPr>
          <p:cNvSpPr/>
          <p:nvPr/>
        </p:nvSpPr>
        <p:spPr>
          <a:xfrm>
            <a:off x="1916060" y="1337274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₱1,385.00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79D637A5-B3A1-7D90-2948-235DC028D219}"/>
              </a:ext>
            </a:extLst>
          </p:cNvPr>
          <p:cNvSpPr/>
          <p:nvPr/>
        </p:nvSpPr>
        <p:spPr>
          <a:xfrm>
            <a:off x="1907841" y="1482524"/>
            <a:ext cx="802925" cy="523621"/>
          </a:xfrm>
          <a:prstGeom prst="rect">
            <a:avLst/>
          </a:prstGeom>
          <a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804" t="-32503" r="-3804" b="-3250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615DAFB-C7DB-DCE9-D99E-D63224F726C0}"/>
              </a:ext>
            </a:extLst>
          </p:cNvPr>
          <p:cNvSpPr/>
          <p:nvPr/>
        </p:nvSpPr>
        <p:spPr>
          <a:xfrm>
            <a:off x="1828120" y="2028760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Starter Gaming Desktop PC | 5600G APU | 16GB RAM | 256GB SSD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A14B1E73-13BA-8DE9-60EC-18C45760B1CF}"/>
              </a:ext>
            </a:extLst>
          </p:cNvPr>
          <p:cNvSpPr/>
          <p:nvPr/>
        </p:nvSpPr>
        <p:spPr>
          <a:xfrm>
            <a:off x="615719" y="1238220"/>
            <a:ext cx="1014195" cy="1406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66836FF1-9B64-108F-3285-CADBFBA5DE13}"/>
              </a:ext>
            </a:extLst>
          </p:cNvPr>
          <p:cNvSpPr/>
          <p:nvPr/>
        </p:nvSpPr>
        <p:spPr>
          <a:xfrm>
            <a:off x="720957" y="2410283"/>
            <a:ext cx="576943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00" dirty="0"/>
              <a:t>BUY NOW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54FE54F2-0010-C3C4-F6E2-D2D6C55202ED}"/>
              </a:ext>
            </a:extLst>
          </p:cNvPr>
          <p:cNvSpPr/>
          <p:nvPr/>
        </p:nvSpPr>
        <p:spPr>
          <a:xfrm>
            <a:off x="1355178" y="2406259"/>
            <a:ext cx="173694" cy="14831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B0DC7B7-2D78-036C-13F3-BC792215760C}"/>
              </a:ext>
            </a:extLst>
          </p:cNvPr>
          <p:cNvSpPr/>
          <p:nvPr/>
        </p:nvSpPr>
        <p:spPr>
          <a:xfrm>
            <a:off x="644758" y="2234870"/>
            <a:ext cx="602797" cy="158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700" dirty="0">
                <a:solidFill>
                  <a:schemeClr val="tx1"/>
                </a:solidFill>
              </a:rPr>
              <a:t>₱22,995.00</a:t>
            </a:r>
            <a:endParaRPr lang="en-PH" sz="400" dirty="0">
              <a:solidFill>
                <a:schemeClr val="tx1"/>
              </a:solidFill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21E4E185-5173-8102-B409-C363F17985E4}"/>
              </a:ext>
            </a:extLst>
          </p:cNvPr>
          <p:cNvSpPr/>
          <p:nvPr/>
        </p:nvSpPr>
        <p:spPr>
          <a:xfrm>
            <a:off x="730538" y="1337398"/>
            <a:ext cx="451994" cy="8494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SAVE</a:t>
            </a:r>
            <a:r>
              <a:rPr lang="en-PH" sz="2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PH" sz="300" dirty="0">
                <a:solidFill>
                  <a:schemeClr val="tx2">
                    <a:lumMod val="50000"/>
                  </a:schemeClr>
                </a:solidFill>
              </a:rPr>
              <a:t>₱1,085.00</a:t>
            </a:r>
            <a:r>
              <a:rPr lang="en-PH" sz="1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PH" sz="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F965176A-E68E-38DC-CCEE-9550982074BD}"/>
              </a:ext>
            </a:extLst>
          </p:cNvPr>
          <p:cNvSpPr/>
          <p:nvPr/>
        </p:nvSpPr>
        <p:spPr>
          <a:xfrm>
            <a:off x="722319" y="1482648"/>
            <a:ext cx="802925" cy="523621"/>
          </a:xfrm>
          <a:prstGeom prst="rect">
            <a:avLst/>
          </a:prstGeom>
          <a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2922" t="1873" r="2922" b="187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BB157798-D920-38D4-1BA6-8BC6D3420EB3}"/>
              </a:ext>
            </a:extLst>
          </p:cNvPr>
          <p:cNvSpPr/>
          <p:nvPr/>
        </p:nvSpPr>
        <p:spPr>
          <a:xfrm>
            <a:off x="642598" y="2028884"/>
            <a:ext cx="947357" cy="229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400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</p:spTree>
    <p:extLst>
      <p:ext uri="{BB962C8B-B14F-4D97-AF65-F5344CB8AC3E}">
        <p14:creationId xmlns:p14="http://schemas.microsoft.com/office/powerpoint/2010/main" val="3405395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294B3-E8F4-5DCB-21E7-03A6244AF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E25929-37D7-2CF1-5C5A-F32B18975937}"/>
              </a:ext>
            </a:extLst>
          </p:cNvPr>
          <p:cNvSpPr/>
          <p:nvPr/>
        </p:nvSpPr>
        <p:spPr>
          <a:xfrm>
            <a:off x="-72571" y="-42873"/>
            <a:ext cx="7006771" cy="518844"/>
          </a:xfrm>
          <a:prstGeom prst="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F7A89E25-4C73-0958-B021-7ACF2AA112AB}"/>
              </a:ext>
            </a:extLst>
          </p:cNvPr>
          <p:cNvSpPr/>
          <p:nvPr/>
        </p:nvSpPr>
        <p:spPr>
          <a:xfrm>
            <a:off x="1650206" y="110326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A700E5-0882-1A8E-2B59-C7852934F4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95" y="-203104"/>
            <a:ext cx="867300" cy="867300"/>
          </a:xfrm>
          <a:prstGeom prst="rect">
            <a:avLst/>
          </a:prstGeom>
        </p:spPr>
      </p:pic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2B4D35D8-9F79-34A9-2679-8058F89AC63F}"/>
              </a:ext>
            </a:extLst>
          </p:cNvPr>
          <p:cNvSpPr/>
          <p:nvPr/>
        </p:nvSpPr>
        <p:spPr>
          <a:xfrm>
            <a:off x="4136231" y="110330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BD6FCD-BA73-879A-8E39-5C2FC5C0FFB8}"/>
              </a:ext>
            </a:extLst>
          </p:cNvPr>
          <p:cNvSpPr/>
          <p:nvPr/>
        </p:nvSpPr>
        <p:spPr>
          <a:xfrm>
            <a:off x="1975247" y="110327"/>
            <a:ext cx="2407444" cy="2409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95E42C-0F8F-6570-CAD0-A63FA48DF6C2}"/>
              </a:ext>
            </a:extLst>
          </p:cNvPr>
          <p:cNvSpPr txBox="1"/>
          <p:nvPr/>
        </p:nvSpPr>
        <p:spPr>
          <a:xfrm>
            <a:off x="1735931" y="123206"/>
            <a:ext cx="48577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>
                <a:solidFill>
                  <a:schemeClr val="bg1">
                    <a:lumMod val="50000"/>
                  </a:schemeClr>
                </a:solidFill>
              </a:rPr>
              <a:t>Search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3A6FBA-46B8-33CB-9E20-CF26ADF31A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789" y="178711"/>
            <a:ext cx="114300" cy="114300"/>
          </a:xfrm>
          <a:prstGeom prst="rect">
            <a:avLst/>
          </a:prstGeom>
        </p:spPr>
      </p:pic>
      <p:pic>
        <p:nvPicPr>
          <p:cNvPr id="13" name="Picture 12">
            <a:hlinkClick r:id="rId4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613A53B0-5F17-14D2-93D7-2D09E9BD0B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124" y="166580"/>
            <a:ext cx="175426" cy="1754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E41D859-343F-5B05-2480-8D3BF8DAA1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975" y="153571"/>
            <a:ext cx="191297" cy="188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53BCD4E-733B-2B86-E27A-FB09B1794FD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593" y="147861"/>
            <a:ext cx="195732" cy="195732"/>
          </a:xfrm>
          <a:prstGeom prst="rect">
            <a:avLst/>
          </a:prstGeom>
        </p:spPr>
      </p:pic>
      <p:pic>
        <p:nvPicPr>
          <p:cNvPr id="16" name="Picture 15">
            <a:hlinkClick r:id="rId9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012E3B7D-610D-68DA-D632-A2E7C84F53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16" y="114028"/>
            <a:ext cx="246459" cy="246459"/>
          </a:xfrm>
          <a:prstGeom prst="rect">
            <a:avLst/>
          </a:prstGeom>
        </p:spPr>
      </p:pic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96D3114-9AB5-FE61-FD99-970C1AF5303A}"/>
              </a:ext>
            </a:extLst>
          </p:cNvPr>
          <p:cNvSpPr/>
          <p:nvPr/>
        </p:nvSpPr>
        <p:spPr>
          <a:xfrm>
            <a:off x="-72571" y="8284021"/>
            <a:ext cx="7006771" cy="1999349"/>
          </a:xfrm>
          <a:prstGeom prst="round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32F5E74-9B5A-7105-B298-8093872032A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516" y="8269121"/>
            <a:ext cx="1668550" cy="1668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476D93-9AE7-C181-A31A-8C36F8E7CE41}"/>
              </a:ext>
            </a:extLst>
          </p:cNvPr>
          <p:cNvSpPr txBox="1"/>
          <p:nvPr/>
        </p:nvSpPr>
        <p:spPr>
          <a:xfrm>
            <a:off x="678266" y="8505808"/>
            <a:ext cx="131881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CUSTOMER SERVICE</a:t>
            </a:r>
          </a:p>
          <a:p>
            <a:endParaRPr lang="en-PH" sz="12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Cancellation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Delivery</a:t>
            </a:r>
          </a:p>
          <a:p>
            <a:r>
              <a:rPr lang="en-PH" sz="600" dirty="0">
                <a:solidFill>
                  <a:schemeClr val="bg1"/>
                </a:solidFill>
              </a:rPr>
              <a:t>Order Verification</a:t>
            </a:r>
          </a:p>
          <a:p>
            <a:r>
              <a:rPr lang="en-PH" sz="600" dirty="0">
                <a:solidFill>
                  <a:schemeClr val="bg1"/>
                </a:solidFill>
              </a:rPr>
              <a:t>Payment 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Privacy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Terms and Conditions</a:t>
            </a:r>
          </a:p>
          <a:p>
            <a:r>
              <a:rPr lang="en-PH" sz="600" dirty="0">
                <a:solidFill>
                  <a:schemeClr val="bg1"/>
                </a:solidFill>
              </a:rPr>
              <a:t>Warranty</a:t>
            </a:r>
            <a:endParaRPr lang="en-PH" sz="11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D3932B-5D41-F49D-CEC4-B9C01D04313A}"/>
              </a:ext>
            </a:extLst>
          </p:cNvPr>
          <p:cNvSpPr txBox="1"/>
          <p:nvPr/>
        </p:nvSpPr>
        <p:spPr>
          <a:xfrm>
            <a:off x="1996061" y="8505808"/>
            <a:ext cx="1318813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COMPANY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Careers</a:t>
            </a:r>
          </a:p>
          <a:p>
            <a:r>
              <a:rPr lang="en-PH" sz="600" dirty="0">
                <a:solidFill>
                  <a:schemeClr val="bg1"/>
                </a:solidFill>
              </a:rPr>
              <a:t>Contact Us</a:t>
            </a:r>
          </a:p>
          <a:p>
            <a:r>
              <a:rPr lang="en-PH" sz="600" dirty="0">
                <a:solidFill>
                  <a:schemeClr val="bg1"/>
                </a:solidFill>
              </a:rPr>
              <a:t>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News and Articles</a:t>
            </a:r>
          </a:p>
          <a:p>
            <a:r>
              <a:rPr lang="en-PH" sz="600" dirty="0">
                <a:solidFill>
                  <a:schemeClr val="bg1"/>
                </a:solidFill>
              </a:rPr>
              <a:t>Our Company</a:t>
            </a:r>
          </a:p>
          <a:p>
            <a:r>
              <a:rPr lang="en-PH" sz="600" dirty="0">
                <a:solidFill>
                  <a:schemeClr val="bg1"/>
                </a:solidFill>
              </a:rPr>
              <a:t>Reviews</a:t>
            </a:r>
          </a:p>
          <a:p>
            <a:r>
              <a:rPr lang="en-PH" sz="600" dirty="0">
                <a:solidFill>
                  <a:schemeClr val="bg1"/>
                </a:solidFill>
              </a:rPr>
              <a:t>Store Locations</a:t>
            </a:r>
            <a:endParaRPr lang="en-PH" sz="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F3CF59-C8A2-1419-C9D7-EE76F0793575}"/>
              </a:ext>
            </a:extLst>
          </p:cNvPr>
          <p:cNvSpPr txBox="1"/>
          <p:nvPr/>
        </p:nvSpPr>
        <p:spPr>
          <a:xfrm>
            <a:off x="3000937" y="8508634"/>
            <a:ext cx="131881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LINKS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Gadget Spot Corporate</a:t>
            </a:r>
          </a:p>
          <a:p>
            <a:r>
              <a:rPr lang="en-PH" sz="600" dirty="0">
                <a:solidFill>
                  <a:schemeClr val="bg1"/>
                </a:solidFill>
              </a:rPr>
              <a:t>Gadget Spot Community</a:t>
            </a:r>
          </a:p>
          <a:p>
            <a:r>
              <a:rPr lang="en-PH" sz="600" dirty="0">
                <a:solidFill>
                  <a:schemeClr val="bg1"/>
                </a:solidFill>
              </a:rPr>
              <a:t>Lazada Official Store</a:t>
            </a:r>
          </a:p>
          <a:p>
            <a:r>
              <a:rPr lang="en-PH" sz="600" dirty="0">
                <a:solidFill>
                  <a:schemeClr val="bg1"/>
                </a:solidFill>
              </a:rPr>
              <a:t>Shopee Official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E611C4-DD09-70E2-ED66-16E1D92C1F25}"/>
              </a:ext>
            </a:extLst>
          </p:cNvPr>
          <p:cNvSpPr txBox="1"/>
          <p:nvPr/>
        </p:nvSpPr>
        <p:spPr>
          <a:xfrm>
            <a:off x="2808861" y="9712247"/>
            <a:ext cx="1362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50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©2026 Gadget SPOT. ALL RIGHTS RESERVED</a:t>
            </a:r>
            <a:endParaRPr lang="en-PH" sz="5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02845" y="825744"/>
            <a:ext cx="9498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Franklin Gothic Medium" panose="020B0603020102020204" pitchFamily="34" charset="0"/>
              </a:rPr>
              <a:t>CART</a:t>
            </a:r>
            <a:r>
              <a:rPr lang="en-US" sz="1600" dirty="0">
                <a:latin typeface="Franklin Gothic Medium" panose="020B0603020102020204" pitchFamily="34" charset="0"/>
              </a:rPr>
              <a:t> (4)</a:t>
            </a:r>
            <a:endParaRPr lang="en-PH" sz="1600" dirty="0">
              <a:latin typeface="Franklin Gothic Medium" panose="020B0603020102020204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75722" y="1500044"/>
            <a:ext cx="3988364" cy="119207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Rounded Rectangle 19"/>
          <p:cNvSpPr/>
          <p:nvPr/>
        </p:nvSpPr>
        <p:spPr>
          <a:xfrm>
            <a:off x="4607965" y="1500044"/>
            <a:ext cx="1954596" cy="244330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Rectangle 20"/>
          <p:cNvSpPr/>
          <p:nvPr/>
        </p:nvSpPr>
        <p:spPr>
          <a:xfrm>
            <a:off x="579414" y="1549353"/>
            <a:ext cx="1178277" cy="1093460"/>
          </a:xfrm>
          <a:prstGeom prst="rect">
            <a:avLst/>
          </a:prstGeom>
          <a:blipFill dpi="0"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301" t="-5081" r="-7301" b="-508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Rounded Rectangle 21">
            <a:hlinkClick r:id="rId13" action="ppaction://hlinksldjump">
              <a:snd r:embed="rId5" name="click.wav"/>
            </a:hlinkClick>
          </p:cNvPr>
          <p:cNvSpPr/>
          <p:nvPr/>
        </p:nvSpPr>
        <p:spPr>
          <a:xfrm>
            <a:off x="1922452" y="2367334"/>
            <a:ext cx="1773693" cy="22486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CHECKOUT</a:t>
            </a:r>
            <a:endParaRPr lang="en-PH" sz="105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863156" y="1634740"/>
            <a:ext cx="2254469" cy="614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err="1">
                <a:solidFill>
                  <a:schemeClr val="tx1"/>
                </a:solidFill>
              </a:rPr>
              <a:t>Rakk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Sonido</a:t>
            </a:r>
            <a:r>
              <a:rPr lang="en-US" sz="1000" dirty="0">
                <a:solidFill>
                  <a:schemeClr val="tx1"/>
                </a:solidFill>
              </a:rPr>
              <a:t> Gaming Headset Surround Sound 7.1 | Wired</a:t>
            </a:r>
          </a:p>
          <a:p>
            <a:endParaRPr lang="en-US" sz="1050" dirty="0">
              <a:solidFill>
                <a:schemeClr val="tx1"/>
              </a:solidFill>
            </a:endParaRPr>
          </a:p>
          <a:p>
            <a:endParaRPr lang="en-US" sz="100" dirty="0">
              <a:solidFill>
                <a:schemeClr val="tx1"/>
              </a:solidFill>
            </a:endParaRPr>
          </a:p>
          <a:p>
            <a:r>
              <a:rPr lang="en-PH" sz="1050" b="1" dirty="0">
                <a:solidFill>
                  <a:schemeClr val="tx1"/>
                </a:solidFill>
              </a:rPr>
              <a:t>₱1,255.00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54438" y="2367334"/>
            <a:ext cx="316015" cy="22486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Rectangle 24"/>
          <p:cNvSpPr/>
          <p:nvPr/>
        </p:nvSpPr>
        <p:spPr>
          <a:xfrm>
            <a:off x="4772025" y="1666140"/>
            <a:ext cx="1647825" cy="2401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Franklin Gothic Medium" panose="020B0603020102020204" pitchFamily="34" charset="0"/>
              </a:rPr>
              <a:t>CHECKOUT SUMMARY</a:t>
            </a:r>
            <a:endParaRPr lang="en-PH" sz="1100" dirty="0">
              <a:solidFill>
                <a:schemeClr val="tx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735830" y="1981200"/>
            <a:ext cx="1722120" cy="1854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800" b="1" dirty="0">
                <a:solidFill>
                  <a:schemeClr val="tx1"/>
                </a:solidFill>
              </a:rPr>
              <a:t>Order ID: </a:t>
            </a:r>
            <a:r>
              <a:rPr lang="en-US" sz="800" dirty="0">
                <a:solidFill>
                  <a:schemeClr val="tx1"/>
                </a:solidFill>
              </a:rPr>
              <a:t>8762924576</a:t>
            </a:r>
          </a:p>
          <a:p>
            <a:pPr>
              <a:lnSpc>
                <a:spcPct val="150000"/>
              </a:lnSpc>
            </a:pPr>
            <a:r>
              <a:rPr lang="en-US" sz="800" b="1" dirty="0">
                <a:solidFill>
                  <a:schemeClr val="tx1"/>
                </a:solidFill>
              </a:rPr>
              <a:t>Price: </a:t>
            </a:r>
            <a:r>
              <a:rPr lang="en-US" sz="800" dirty="0">
                <a:solidFill>
                  <a:schemeClr val="tx1"/>
                </a:solidFill>
              </a:rPr>
              <a:t>1000.00 </a:t>
            </a:r>
            <a:r>
              <a:rPr lang="en-US" sz="800" dirty="0" err="1">
                <a:solidFill>
                  <a:schemeClr val="tx1"/>
                </a:solidFill>
              </a:rPr>
              <a:t>Php</a:t>
            </a:r>
            <a:endParaRPr lang="en-US" sz="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800" b="1" dirty="0">
                <a:solidFill>
                  <a:schemeClr val="tx1"/>
                </a:solidFill>
              </a:rPr>
              <a:t>Tax(1.6%)</a:t>
            </a:r>
          </a:p>
          <a:p>
            <a:pPr>
              <a:lnSpc>
                <a:spcPct val="150000"/>
              </a:lnSpc>
            </a:pPr>
            <a:r>
              <a:rPr lang="en-US" sz="800" b="1" dirty="0">
                <a:solidFill>
                  <a:schemeClr val="tx1"/>
                </a:solidFill>
              </a:rPr>
              <a:t>Shipping Fee: </a:t>
            </a:r>
            <a:r>
              <a:rPr lang="en-US" sz="800" dirty="0">
                <a:solidFill>
                  <a:schemeClr val="tx1"/>
                </a:solidFill>
              </a:rPr>
              <a:t>50.00 </a:t>
            </a:r>
            <a:r>
              <a:rPr lang="en-US" sz="800" dirty="0" err="1">
                <a:solidFill>
                  <a:schemeClr val="tx1"/>
                </a:solidFill>
              </a:rPr>
              <a:t>Php</a:t>
            </a:r>
            <a:endParaRPr lang="en-US" sz="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800" b="1" dirty="0">
                <a:solidFill>
                  <a:schemeClr val="tx1"/>
                </a:solidFill>
              </a:rPr>
              <a:t>______________________________</a:t>
            </a:r>
          </a:p>
          <a:p>
            <a:pPr>
              <a:lnSpc>
                <a:spcPct val="150000"/>
              </a:lnSpc>
            </a:pPr>
            <a:r>
              <a:rPr lang="en-US" sz="800" b="1" dirty="0">
                <a:solidFill>
                  <a:schemeClr val="tx1"/>
                </a:solidFill>
              </a:rPr>
              <a:t>Total: </a:t>
            </a:r>
            <a:r>
              <a:rPr lang="en-US" sz="800" dirty="0">
                <a:solidFill>
                  <a:schemeClr val="tx1"/>
                </a:solidFill>
              </a:rPr>
              <a:t>1051.56 </a:t>
            </a:r>
            <a:r>
              <a:rPr lang="en-US" sz="800" dirty="0" err="1">
                <a:solidFill>
                  <a:schemeClr val="tx1"/>
                </a:solidFill>
              </a:rPr>
              <a:t>Php</a:t>
            </a:r>
            <a:endParaRPr lang="en-US" sz="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800" b="1" dirty="0">
                <a:solidFill>
                  <a:schemeClr val="tx1"/>
                </a:solidFill>
              </a:rPr>
              <a:t>Shop Discount (5%)</a:t>
            </a:r>
          </a:p>
          <a:p>
            <a:pPr>
              <a:lnSpc>
                <a:spcPct val="150000"/>
              </a:lnSpc>
            </a:pPr>
            <a:r>
              <a:rPr lang="en-US" sz="800" b="1" dirty="0">
                <a:solidFill>
                  <a:schemeClr val="tx1"/>
                </a:solidFill>
              </a:rPr>
              <a:t>______________________________</a:t>
            </a:r>
          </a:p>
          <a:p>
            <a:pPr>
              <a:lnSpc>
                <a:spcPct val="150000"/>
              </a:lnSpc>
            </a:pPr>
            <a:r>
              <a:rPr lang="en-US" sz="800" b="1" dirty="0">
                <a:solidFill>
                  <a:schemeClr val="tx1"/>
                </a:solidFill>
              </a:rPr>
              <a:t>Total Amount to Pay: </a:t>
            </a:r>
            <a:r>
              <a:rPr lang="en-PH" sz="800" b="1" dirty="0">
                <a:solidFill>
                  <a:schemeClr val="tx1"/>
                </a:solidFill>
              </a:rPr>
              <a:t>₱ </a:t>
            </a:r>
            <a:r>
              <a:rPr lang="en-US" sz="800" b="1" dirty="0">
                <a:solidFill>
                  <a:schemeClr val="tx1"/>
                </a:solidFill>
              </a:rPr>
              <a:t>1000.50</a:t>
            </a:r>
          </a:p>
        </p:txBody>
      </p:sp>
      <p:sp>
        <p:nvSpPr>
          <p:cNvPr id="28" name="Left Arrow 27">
            <a:hlinkClick r:id="rId14" action="ppaction://hlinksldjump">
              <a:snd r:embed="rId5" name="click.wav"/>
            </a:hlinkClick>
          </p:cNvPr>
          <p:cNvSpPr/>
          <p:nvPr/>
        </p:nvSpPr>
        <p:spPr>
          <a:xfrm>
            <a:off x="478971" y="843091"/>
            <a:ext cx="570412" cy="295163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Franklin Gothic Medium" panose="020B0603020102020204" pitchFamily="34" charset="0"/>
              </a:rPr>
              <a:t>HOME</a:t>
            </a:r>
            <a:endParaRPr lang="en-PH" sz="900" dirty="0">
              <a:latin typeface="Franklin Gothic Medium" panose="020B0603020102020204" pitchFamily="34" charset="0"/>
            </a:endParaRPr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36BACF54-5D3E-5E2A-3552-64DCC28771F3}"/>
              </a:ext>
            </a:extLst>
          </p:cNvPr>
          <p:cNvSpPr/>
          <p:nvPr/>
        </p:nvSpPr>
        <p:spPr>
          <a:xfrm flipH="1">
            <a:off x="1975247" y="1981200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Star: 5 Points 26">
            <a:extLst>
              <a:ext uri="{FF2B5EF4-FFF2-40B4-BE49-F238E27FC236}">
                <a16:creationId xmlns:a16="http://schemas.microsoft.com/office/drawing/2014/main" id="{46681398-3EDA-F5D6-3096-C3C386993C12}"/>
              </a:ext>
            </a:extLst>
          </p:cNvPr>
          <p:cNvSpPr/>
          <p:nvPr/>
        </p:nvSpPr>
        <p:spPr>
          <a:xfrm flipH="1">
            <a:off x="2111253" y="1981200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E7214D1D-6773-879E-C431-3E7853F37867}"/>
              </a:ext>
            </a:extLst>
          </p:cNvPr>
          <p:cNvSpPr/>
          <p:nvPr/>
        </p:nvSpPr>
        <p:spPr>
          <a:xfrm flipH="1">
            <a:off x="2239118" y="1981200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Star: 5 Points 29">
            <a:extLst>
              <a:ext uri="{FF2B5EF4-FFF2-40B4-BE49-F238E27FC236}">
                <a16:creationId xmlns:a16="http://schemas.microsoft.com/office/drawing/2014/main" id="{F03B87C0-5FE1-1073-EAE0-7F76B09B3FA5}"/>
              </a:ext>
            </a:extLst>
          </p:cNvPr>
          <p:cNvSpPr/>
          <p:nvPr/>
        </p:nvSpPr>
        <p:spPr>
          <a:xfrm flipH="1">
            <a:off x="2375124" y="1981200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Star: 5 Points 30">
            <a:extLst>
              <a:ext uri="{FF2B5EF4-FFF2-40B4-BE49-F238E27FC236}">
                <a16:creationId xmlns:a16="http://schemas.microsoft.com/office/drawing/2014/main" id="{95F7ED53-5F63-9A1D-630F-1D652F8AF7D2}"/>
              </a:ext>
            </a:extLst>
          </p:cNvPr>
          <p:cNvSpPr/>
          <p:nvPr/>
        </p:nvSpPr>
        <p:spPr>
          <a:xfrm flipH="1">
            <a:off x="2502989" y="1981200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Rounded Rectangle 18">
            <a:extLst>
              <a:ext uri="{FF2B5EF4-FFF2-40B4-BE49-F238E27FC236}">
                <a16:creationId xmlns:a16="http://schemas.microsoft.com/office/drawing/2014/main" id="{3E4DD2C5-D40C-738E-B0CF-67DBBAA99023}"/>
              </a:ext>
            </a:extLst>
          </p:cNvPr>
          <p:cNvSpPr/>
          <p:nvPr/>
        </p:nvSpPr>
        <p:spPr>
          <a:xfrm>
            <a:off x="394327" y="2842031"/>
            <a:ext cx="3988364" cy="119207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86326EE-AF8B-099C-A7CE-85FE2C503492}"/>
              </a:ext>
            </a:extLst>
          </p:cNvPr>
          <p:cNvSpPr/>
          <p:nvPr/>
        </p:nvSpPr>
        <p:spPr>
          <a:xfrm>
            <a:off x="598019" y="2891340"/>
            <a:ext cx="1178277" cy="1093460"/>
          </a:xfrm>
          <a:prstGeom prst="rect">
            <a:avLst/>
          </a:prstGeom>
          <a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Rounded Rectangle 21">
            <a:hlinkClick r:id="rId13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95F29158-B58E-A948-404B-4A2A5CDD457C}"/>
              </a:ext>
            </a:extLst>
          </p:cNvPr>
          <p:cNvSpPr/>
          <p:nvPr/>
        </p:nvSpPr>
        <p:spPr>
          <a:xfrm>
            <a:off x="1941057" y="3709321"/>
            <a:ext cx="1773693" cy="22486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CHECKOUT</a:t>
            </a:r>
            <a:endParaRPr lang="en-PH" sz="105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316811D-7B8B-19E5-C2E0-AF6FC0EDFE34}"/>
              </a:ext>
            </a:extLst>
          </p:cNvPr>
          <p:cNvSpPr/>
          <p:nvPr/>
        </p:nvSpPr>
        <p:spPr>
          <a:xfrm>
            <a:off x="1881761" y="2976727"/>
            <a:ext cx="2254469" cy="614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err="1">
                <a:solidFill>
                  <a:schemeClr val="tx1"/>
                </a:solidFill>
              </a:rPr>
              <a:t>Rakk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Sonido</a:t>
            </a:r>
            <a:r>
              <a:rPr lang="en-US" sz="1000" dirty="0">
                <a:solidFill>
                  <a:schemeClr val="tx1"/>
                </a:solidFill>
              </a:rPr>
              <a:t> Gaming Headset Surround Sound 7.1 | Wired</a:t>
            </a:r>
          </a:p>
          <a:p>
            <a:endParaRPr lang="en-US" sz="1050" dirty="0">
              <a:solidFill>
                <a:schemeClr val="tx1"/>
              </a:solidFill>
            </a:endParaRPr>
          </a:p>
          <a:p>
            <a:endParaRPr lang="en-US" sz="100" dirty="0">
              <a:solidFill>
                <a:schemeClr val="tx1"/>
              </a:solidFill>
            </a:endParaRPr>
          </a:p>
          <a:p>
            <a:r>
              <a:rPr lang="en-PH" sz="1050" b="1" dirty="0">
                <a:solidFill>
                  <a:schemeClr val="tx1"/>
                </a:solidFill>
              </a:rPr>
              <a:t>₱22,995.00</a:t>
            </a:r>
          </a:p>
        </p:txBody>
      </p:sp>
      <p:sp>
        <p:nvSpPr>
          <p:cNvPr id="36" name="Rounded Rectangle 23">
            <a:extLst>
              <a:ext uri="{FF2B5EF4-FFF2-40B4-BE49-F238E27FC236}">
                <a16:creationId xmlns:a16="http://schemas.microsoft.com/office/drawing/2014/main" id="{141E7E72-285D-B704-F3ED-80DC7A352E3A}"/>
              </a:ext>
            </a:extLst>
          </p:cNvPr>
          <p:cNvSpPr/>
          <p:nvPr/>
        </p:nvSpPr>
        <p:spPr>
          <a:xfrm>
            <a:off x="3773043" y="3709321"/>
            <a:ext cx="316015" cy="22486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7" name="Star: 5 Points 36">
            <a:extLst>
              <a:ext uri="{FF2B5EF4-FFF2-40B4-BE49-F238E27FC236}">
                <a16:creationId xmlns:a16="http://schemas.microsoft.com/office/drawing/2014/main" id="{CE7628C6-2E85-5B7E-9D3B-DBB4CCB66375}"/>
              </a:ext>
            </a:extLst>
          </p:cNvPr>
          <p:cNvSpPr/>
          <p:nvPr/>
        </p:nvSpPr>
        <p:spPr>
          <a:xfrm flipH="1">
            <a:off x="1993852" y="3323187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8" name="Star: 5 Points 37">
            <a:extLst>
              <a:ext uri="{FF2B5EF4-FFF2-40B4-BE49-F238E27FC236}">
                <a16:creationId xmlns:a16="http://schemas.microsoft.com/office/drawing/2014/main" id="{3C504286-35CA-799E-96A5-C2BCF7C4B5CB}"/>
              </a:ext>
            </a:extLst>
          </p:cNvPr>
          <p:cNvSpPr/>
          <p:nvPr/>
        </p:nvSpPr>
        <p:spPr>
          <a:xfrm flipH="1">
            <a:off x="2129858" y="3323187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F71A93B3-7213-E5BE-F5FF-399032119150}"/>
              </a:ext>
            </a:extLst>
          </p:cNvPr>
          <p:cNvSpPr/>
          <p:nvPr/>
        </p:nvSpPr>
        <p:spPr>
          <a:xfrm flipH="1">
            <a:off x="2257723" y="3323187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0" name="Star: 5 Points 39">
            <a:extLst>
              <a:ext uri="{FF2B5EF4-FFF2-40B4-BE49-F238E27FC236}">
                <a16:creationId xmlns:a16="http://schemas.microsoft.com/office/drawing/2014/main" id="{5A6D2357-3C3A-F4F6-3B67-8779B2DF91A4}"/>
              </a:ext>
            </a:extLst>
          </p:cNvPr>
          <p:cNvSpPr/>
          <p:nvPr/>
        </p:nvSpPr>
        <p:spPr>
          <a:xfrm flipH="1">
            <a:off x="2393729" y="3323187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1" name="Star: 5 Points 40">
            <a:extLst>
              <a:ext uri="{FF2B5EF4-FFF2-40B4-BE49-F238E27FC236}">
                <a16:creationId xmlns:a16="http://schemas.microsoft.com/office/drawing/2014/main" id="{7D40719C-306F-C1BB-70D9-3FC19B32ACBA}"/>
              </a:ext>
            </a:extLst>
          </p:cNvPr>
          <p:cNvSpPr/>
          <p:nvPr/>
        </p:nvSpPr>
        <p:spPr>
          <a:xfrm flipH="1">
            <a:off x="2521594" y="3323187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2" name="Rounded Rectangle 18">
            <a:extLst>
              <a:ext uri="{FF2B5EF4-FFF2-40B4-BE49-F238E27FC236}">
                <a16:creationId xmlns:a16="http://schemas.microsoft.com/office/drawing/2014/main" id="{000CEF99-507E-C608-F0F4-7A82155C0075}"/>
              </a:ext>
            </a:extLst>
          </p:cNvPr>
          <p:cNvSpPr/>
          <p:nvPr/>
        </p:nvSpPr>
        <p:spPr>
          <a:xfrm>
            <a:off x="386609" y="4168806"/>
            <a:ext cx="3988364" cy="119207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37B6878-22CD-9662-2A34-BD56A77C7513}"/>
              </a:ext>
            </a:extLst>
          </p:cNvPr>
          <p:cNvSpPr/>
          <p:nvPr/>
        </p:nvSpPr>
        <p:spPr>
          <a:xfrm>
            <a:off x="579414" y="4218115"/>
            <a:ext cx="1178277" cy="1093460"/>
          </a:xfrm>
          <a:prstGeom prst="rect">
            <a:avLst/>
          </a:prstGeom>
          <a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6523" t="-15846" r="-6523" b="-1584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6" name="Rounded Rectangle 21">
            <a:hlinkClick r:id="rId13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013B9A23-EE48-38E2-7E92-44703DBF403B}"/>
              </a:ext>
            </a:extLst>
          </p:cNvPr>
          <p:cNvSpPr/>
          <p:nvPr/>
        </p:nvSpPr>
        <p:spPr>
          <a:xfrm>
            <a:off x="1922452" y="5036096"/>
            <a:ext cx="1773693" cy="22486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CHECKOUT</a:t>
            </a:r>
            <a:endParaRPr lang="en-PH" sz="105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046E560-A351-4782-FCEF-CFE16C5D7939}"/>
              </a:ext>
            </a:extLst>
          </p:cNvPr>
          <p:cNvSpPr/>
          <p:nvPr/>
        </p:nvSpPr>
        <p:spPr>
          <a:xfrm>
            <a:off x="1863156" y="4303502"/>
            <a:ext cx="2254469" cy="614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err="1">
                <a:solidFill>
                  <a:schemeClr val="tx1"/>
                </a:solidFill>
              </a:rPr>
              <a:t>Rakk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Sonido</a:t>
            </a:r>
            <a:r>
              <a:rPr lang="en-US" sz="1000" dirty="0">
                <a:solidFill>
                  <a:schemeClr val="tx1"/>
                </a:solidFill>
              </a:rPr>
              <a:t> Gaming Headset Surround Sound 7.1 | Wired</a:t>
            </a:r>
          </a:p>
          <a:p>
            <a:endParaRPr lang="en-US" sz="1050" dirty="0">
              <a:solidFill>
                <a:schemeClr val="tx1"/>
              </a:solidFill>
            </a:endParaRPr>
          </a:p>
          <a:p>
            <a:endParaRPr lang="en-US" sz="100" dirty="0">
              <a:solidFill>
                <a:schemeClr val="tx1"/>
              </a:solidFill>
            </a:endParaRPr>
          </a:p>
          <a:p>
            <a:r>
              <a:rPr lang="en-PH" sz="1050" b="1" dirty="0">
                <a:solidFill>
                  <a:schemeClr val="tx1"/>
                </a:solidFill>
              </a:rPr>
              <a:t>₱22,995.00</a:t>
            </a:r>
          </a:p>
        </p:txBody>
      </p:sp>
      <p:sp>
        <p:nvSpPr>
          <p:cNvPr id="48" name="Rounded Rectangle 23">
            <a:extLst>
              <a:ext uri="{FF2B5EF4-FFF2-40B4-BE49-F238E27FC236}">
                <a16:creationId xmlns:a16="http://schemas.microsoft.com/office/drawing/2014/main" id="{90173858-AD0E-E979-B2D4-E673C83EA994}"/>
              </a:ext>
            </a:extLst>
          </p:cNvPr>
          <p:cNvSpPr/>
          <p:nvPr/>
        </p:nvSpPr>
        <p:spPr>
          <a:xfrm>
            <a:off x="3754438" y="5036096"/>
            <a:ext cx="316015" cy="22486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77D65E4A-63A1-5168-D7E1-48B478C0B40F}"/>
              </a:ext>
            </a:extLst>
          </p:cNvPr>
          <p:cNvSpPr/>
          <p:nvPr/>
        </p:nvSpPr>
        <p:spPr>
          <a:xfrm flipH="1">
            <a:off x="1975247" y="4649962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0" name="Star: 5 Points 49">
            <a:extLst>
              <a:ext uri="{FF2B5EF4-FFF2-40B4-BE49-F238E27FC236}">
                <a16:creationId xmlns:a16="http://schemas.microsoft.com/office/drawing/2014/main" id="{F427AD53-4B43-D6CC-A101-4F0C919F8AD4}"/>
              </a:ext>
            </a:extLst>
          </p:cNvPr>
          <p:cNvSpPr/>
          <p:nvPr/>
        </p:nvSpPr>
        <p:spPr>
          <a:xfrm flipH="1">
            <a:off x="2111253" y="4649962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1" name="Star: 5 Points 50">
            <a:extLst>
              <a:ext uri="{FF2B5EF4-FFF2-40B4-BE49-F238E27FC236}">
                <a16:creationId xmlns:a16="http://schemas.microsoft.com/office/drawing/2014/main" id="{5E6B9277-B8F5-9D6A-2E43-F2C3E3C97B7D}"/>
              </a:ext>
            </a:extLst>
          </p:cNvPr>
          <p:cNvSpPr/>
          <p:nvPr/>
        </p:nvSpPr>
        <p:spPr>
          <a:xfrm flipH="1">
            <a:off x="2239118" y="4649962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2" name="Star: 5 Points 51">
            <a:extLst>
              <a:ext uri="{FF2B5EF4-FFF2-40B4-BE49-F238E27FC236}">
                <a16:creationId xmlns:a16="http://schemas.microsoft.com/office/drawing/2014/main" id="{DAF06FB6-1938-F308-CFBA-01FA7F52DC8F}"/>
              </a:ext>
            </a:extLst>
          </p:cNvPr>
          <p:cNvSpPr/>
          <p:nvPr/>
        </p:nvSpPr>
        <p:spPr>
          <a:xfrm flipH="1">
            <a:off x="2375124" y="4649962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3" name="Star: 5 Points 52">
            <a:extLst>
              <a:ext uri="{FF2B5EF4-FFF2-40B4-BE49-F238E27FC236}">
                <a16:creationId xmlns:a16="http://schemas.microsoft.com/office/drawing/2014/main" id="{5316ECE7-CF5F-D3C7-6E92-08D85C94F0ED}"/>
              </a:ext>
            </a:extLst>
          </p:cNvPr>
          <p:cNvSpPr/>
          <p:nvPr/>
        </p:nvSpPr>
        <p:spPr>
          <a:xfrm flipH="1">
            <a:off x="2502989" y="4649962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4" name="Rounded Rectangle 18">
            <a:extLst>
              <a:ext uri="{FF2B5EF4-FFF2-40B4-BE49-F238E27FC236}">
                <a16:creationId xmlns:a16="http://schemas.microsoft.com/office/drawing/2014/main" id="{58CF9354-4D72-EDE0-E6F1-4AED2F9BF4B2}"/>
              </a:ext>
            </a:extLst>
          </p:cNvPr>
          <p:cNvSpPr/>
          <p:nvPr/>
        </p:nvSpPr>
        <p:spPr>
          <a:xfrm>
            <a:off x="399547" y="5515335"/>
            <a:ext cx="3988364" cy="119207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C107E1A-00F2-BCFD-9B31-6F3E2E5B226B}"/>
              </a:ext>
            </a:extLst>
          </p:cNvPr>
          <p:cNvSpPr/>
          <p:nvPr/>
        </p:nvSpPr>
        <p:spPr>
          <a:xfrm>
            <a:off x="603239" y="5564644"/>
            <a:ext cx="1178277" cy="1093460"/>
          </a:xfrm>
          <a:prstGeom prst="rect">
            <a:avLst/>
          </a:prstGeom>
          <a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8051" t="-12553" r="-8051" b="-1255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6" name="Rounded Rectangle 21">
            <a:hlinkClick r:id="rId13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47B4B37C-AA76-5AF4-259E-86D6E25E7A21}"/>
              </a:ext>
            </a:extLst>
          </p:cNvPr>
          <p:cNvSpPr/>
          <p:nvPr/>
        </p:nvSpPr>
        <p:spPr>
          <a:xfrm>
            <a:off x="1946277" y="6382625"/>
            <a:ext cx="1773693" cy="22486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CHECKOUT</a:t>
            </a:r>
            <a:endParaRPr lang="en-PH" sz="105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2457492-0276-4A2D-F510-827E0578754F}"/>
              </a:ext>
            </a:extLst>
          </p:cNvPr>
          <p:cNvSpPr/>
          <p:nvPr/>
        </p:nvSpPr>
        <p:spPr>
          <a:xfrm>
            <a:off x="1886981" y="5650031"/>
            <a:ext cx="2254469" cy="614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err="1">
                <a:solidFill>
                  <a:schemeClr val="tx1"/>
                </a:solidFill>
              </a:rPr>
              <a:t>Rakk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Sonido</a:t>
            </a:r>
            <a:r>
              <a:rPr lang="en-US" sz="1000" dirty="0">
                <a:solidFill>
                  <a:schemeClr val="tx1"/>
                </a:solidFill>
              </a:rPr>
              <a:t> Gaming Headset Surround Sound 7.1 | Wired</a:t>
            </a:r>
          </a:p>
          <a:p>
            <a:endParaRPr lang="en-US" sz="1050" dirty="0">
              <a:solidFill>
                <a:schemeClr val="tx1"/>
              </a:solidFill>
            </a:endParaRPr>
          </a:p>
          <a:p>
            <a:endParaRPr lang="en-US" sz="100" dirty="0">
              <a:solidFill>
                <a:schemeClr val="tx1"/>
              </a:solidFill>
            </a:endParaRPr>
          </a:p>
          <a:p>
            <a:r>
              <a:rPr lang="en-PH" sz="1050" b="1" dirty="0">
                <a:solidFill>
                  <a:schemeClr val="tx1"/>
                </a:solidFill>
              </a:rPr>
              <a:t>₱22,995.00</a:t>
            </a:r>
          </a:p>
        </p:txBody>
      </p:sp>
      <p:sp>
        <p:nvSpPr>
          <p:cNvPr id="58" name="Rounded Rectangle 23">
            <a:extLst>
              <a:ext uri="{FF2B5EF4-FFF2-40B4-BE49-F238E27FC236}">
                <a16:creationId xmlns:a16="http://schemas.microsoft.com/office/drawing/2014/main" id="{D6F1592D-2AC5-8F0F-0125-501C432DC64D}"/>
              </a:ext>
            </a:extLst>
          </p:cNvPr>
          <p:cNvSpPr/>
          <p:nvPr/>
        </p:nvSpPr>
        <p:spPr>
          <a:xfrm>
            <a:off x="3778263" y="6382625"/>
            <a:ext cx="316015" cy="22486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9" name="Star: 5 Points 58">
            <a:extLst>
              <a:ext uri="{FF2B5EF4-FFF2-40B4-BE49-F238E27FC236}">
                <a16:creationId xmlns:a16="http://schemas.microsoft.com/office/drawing/2014/main" id="{97AA3153-6CCF-2619-989C-0FC5103B9ECF}"/>
              </a:ext>
            </a:extLst>
          </p:cNvPr>
          <p:cNvSpPr/>
          <p:nvPr/>
        </p:nvSpPr>
        <p:spPr>
          <a:xfrm flipH="1">
            <a:off x="1999072" y="5996491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0" name="Star: 5 Points 59">
            <a:extLst>
              <a:ext uri="{FF2B5EF4-FFF2-40B4-BE49-F238E27FC236}">
                <a16:creationId xmlns:a16="http://schemas.microsoft.com/office/drawing/2014/main" id="{8E78B2FD-6D23-C1E8-07F5-9ED0D614F474}"/>
              </a:ext>
            </a:extLst>
          </p:cNvPr>
          <p:cNvSpPr/>
          <p:nvPr/>
        </p:nvSpPr>
        <p:spPr>
          <a:xfrm flipH="1">
            <a:off x="2135078" y="5996491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1" name="Star: 5 Points 60">
            <a:extLst>
              <a:ext uri="{FF2B5EF4-FFF2-40B4-BE49-F238E27FC236}">
                <a16:creationId xmlns:a16="http://schemas.microsoft.com/office/drawing/2014/main" id="{3936E514-1DBE-7538-4C24-72500B7AA632}"/>
              </a:ext>
            </a:extLst>
          </p:cNvPr>
          <p:cNvSpPr/>
          <p:nvPr/>
        </p:nvSpPr>
        <p:spPr>
          <a:xfrm flipH="1">
            <a:off x="2262943" y="5996491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2" name="Star: 5 Points 61">
            <a:extLst>
              <a:ext uri="{FF2B5EF4-FFF2-40B4-BE49-F238E27FC236}">
                <a16:creationId xmlns:a16="http://schemas.microsoft.com/office/drawing/2014/main" id="{3FDC3F67-A85F-C5AB-DD16-463297DAC992}"/>
              </a:ext>
            </a:extLst>
          </p:cNvPr>
          <p:cNvSpPr/>
          <p:nvPr/>
        </p:nvSpPr>
        <p:spPr>
          <a:xfrm flipH="1">
            <a:off x="2398949" y="5996491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3" name="Star: 5 Points 62">
            <a:extLst>
              <a:ext uri="{FF2B5EF4-FFF2-40B4-BE49-F238E27FC236}">
                <a16:creationId xmlns:a16="http://schemas.microsoft.com/office/drawing/2014/main" id="{4E7FFB36-AFC2-F14B-3EDE-68B958911ADD}"/>
              </a:ext>
            </a:extLst>
          </p:cNvPr>
          <p:cNvSpPr/>
          <p:nvPr/>
        </p:nvSpPr>
        <p:spPr>
          <a:xfrm flipH="1">
            <a:off x="2526814" y="5996491"/>
            <a:ext cx="61083" cy="6108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52016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B0467-EA4B-265B-5A04-F8F253B6D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7D6B9A-EDA5-9AD6-E0FA-C4F64B8EEFF6}"/>
              </a:ext>
            </a:extLst>
          </p:cNvPr>
          <p:cNvSpPr/>
          <p:nvPr/>
        </p:nvSpPr>
        <p:spPr>
          <a:xfrm>
            <a:off x="-72571" y="-42873"/>
            <a:ext cx="7006771" cy="518844"/>
          </a:xfrm>
          <a:prstGeom prst="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40BA0AF0-B79B-CAE1-9208-C050ADC7CAC5}"/>
              </a:ext>
            </a:extLst>
          </p:cNvPr>
          <p:cNvSpPr/>
          <p:nvPr/>
        </p:nvSpPr>
        <p:spPr>
          <a:xfrm>
            <a:off x="1650206" y="110326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70FAC9-925B-F0D5-83CF-A4CF89E220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95" y="-203104"/>
            <a:ext cx="867300" cy="867300"/>
          </a:xfrm>
          <a:prstGeom prst="rect">
            <a:avLst/>
          </a:prstGeom>
        </p:spPr>
      </p:pic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E8A0B24E-7B2E-DFAF-0EC5-62D9FC926372}"/>
              </a:ext>
            </a:extLst>
          </p:cNvPr>
          <p:cNvSpPr/>
          <p:nvPr/>
        </p:nvSpPr>
        <p:spPr>
          <a:xfrm>
            <a:off x="4136231" y="110330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E92B5E-DB48-FB3D-640C-0B7405FCC367}"/>
              </a:ext>
            </a:extLst>
          </p:cNvPr>
          <p:cNvSpPr/>
          <p:nvPr/>
        </p:nvSpPr>
        <p:spPr>
          <a:xfrm>
            <a:off x="1975247" y="110327"/>
            <a:ext cx="2407444" cy="2409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FA34B9-C26A-6976-B437-F5B90DFFD2DD}"/>
              </a:ext>
            </a:extLst>
          </p:cNvPr>
          <p:cNvSpPr txBox="1"/>
          <p:nvPr/>
        </p:nvSpPr>
        <p:spPr>
          <a:xfrm>
            <a:off x="1735931" y="123206"/>
            <a:ext cx="48577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>
                <a:solidFill>
                  <a:schemeClr val="bg1">
                    <a:lumMod val="50000"/>
                  </a:schemeClr>
                </a:solidFill>
              </a:rPr>
              <a:t>Search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CDA003-2183-88FE-0CA2-33B4ED27DD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789" y="178711"/>
            <a:ext cx="114300" cy="114300"/>
          </a:xfrm>
          <a:prstGeom prst="rect">
            <a:avLst/>
          </a:prstGeom>
        </p:spPr>
      </p:pic>
      <p:pic>
        <p:nvPicPr>
          <p:cNvPr id="13" name="Picture 12">
            <a:hlinkClick r:id="rId4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9A5CFD81-3E66-54ED-6305-CF3B87E13E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124" y="166580"/>
            <a:ext cx="175426" cy="1754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2A4FAD-211B-F173-C06A-AEA8E1E42F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975" y="153571"/>
            <a:ext cx="191297" cy="188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CE41C21-A5A4-1F03-775D-C1D805C232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593" y="147861"/>
            <a:ext cx="195732" cy="195732"/>
          </a:xfrm>
          <a:prstGeom prst="rect">
            <a:avLst/>
          </a:prstGeom>
        </p:spPr>
      </p:pic>
      <p:pic>
        <p:nvPicPr>
          <p:cNvPr id="16" name="Picture 15">
            <a:hlinkClick r:id="rId9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5E57AD21-4F04-E33E-E02D-D76DF0560C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16" y="114028"/>
            <a:ext cx="246459" cy="246459"/>
          </a:xfrm>
          <a:prstGeom prst="rect">
            <a:avLst/>
          </a:prstGeom>
        </p:spPr>
      </p:pic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66092147-A01F-A419-7A7B-1AD2A741E6BF}"/>
              </a:ext>
            </a:extLst>
          </p:cNvPr>
          <p:cNvSpPr/>
          <p:nvPr/>
        </p:nvSpPr>
        <p:spPr>
          <a:xfrm>
            <a:off x="-72571" y="8284021"/>
            <a:ext cx="7006771" cy="1999349"/>
          </a:xfrm>
          <a:prstGeom prst="round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D27C8BA0-C3F1-9D8D-46D6-767E8987FE6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516" y="8269121"/>
            <a:ext cx="1668550" cy="1668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41A8B6-1055-DBEE-7E7E-B1178F0BFC38}"/>
              </a:ext>
            </a:extLst>
          </p:cNvPr>
          <p:cNvSpPr txBox="1"/>
          <p:nvPr/>
        </p:nvSpPr>
        <p:spPr>
          <a:xfrm>
            <a:off x="678266" y="8505808"/>
            <a:ext cx="131881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CUSTOMER SERVICE</a:t>
            </a:r>
          </a:p>
          <a:p>
            <a:endParaRPr lang="en-PH" sz="12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Cancellation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Delivery</a:t>
            </a:r>
          </a:p>
          <a:p>
            <a:r>
              <a:rPr lang="en-PH" sz="600" dirty="0">
                <a:solidFill>
                  <a:schemeClr val="bg1"/>
                </a:solidFill>
              </a:rPr>
              <a:t>Order Verification</a:t>
            </a:r>
          </a:p>
          <a:p>
            <a:r>
              <a:rPr lang="en-PH" sz="600" dirty="0">
                <a:solidFill>
                  <a:schemeClr val="bg1"/>
                </a:solidFill>
              </a:rPr>
              <a:t>Payment 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Privacy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Terms and Conditions</a:t>
            </a:r>
          </a:p>
          <a:p>
            <a:r>
              <a:rPr lang="en-PH" sz="600" dirty="0">
                <a:solidFill>
                  <a:schemeClr val="bg1"/>
                </a:solidFill>
              </a:rPr>
              <a:t>Warranty</a:t>
            </a:r>
            <a:endParaRPr lang="en-PH" sz="11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B5247-9C46-4C54-FBFE-51592E5181CD}"/>
              </a:ext>
            </a:extLst>
          </p:cNvPr>
          <p:cNvSpPr txBox="1"/>
          <p:nvPr/>
        </p:nvSpPr>
        <p:spPr>
          <a:xfrm>
            <a:off x="1996061" y="8505808"/>
            <a:ext cx="1318813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COMPANY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Careers</a:t>
            </a:r>
          </a:p>
          <a:p>
            <a:r>
              <a:rPr lang="en-PH" sz="600" dirty="0">
                <a:solidFill>
                  <a:schemeClr val="bg1"/>
                </a:solidFill>
              </a:rPr>
              <a:t>Contact Us</a:t>
            </a:r>
          </a:p>
          <a:p>
            <a:r>
              <a:rPr lang="en-PH" sz="600" dirty="0">
                <a:solidFill>
                  <a:schemeClr val="bg1"/>
                </a:solidFill>
              </a:rPr>
              <a:t>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News and Articles</a:t>
            </a:r>
          </a:p>
          <a:p>
            <a:r>
              <a:rPr lang="en-PH" sz="600" dirty="0">
                <a:solidFill>
                  <a:schemeClr val="bg1"/>
                </a:solidFill>
              </a:rPr>
              <a:t>Our Company</a:t>
            </a:r>
          </a:p>
          <a:p>
            <a:r>
              <a:rPr lang="en-PH" sz="600" dirty="0">
                <a:solidFill>
                  <a:schemeClr val="bg1"/>
                </a:solidFill>
              </a:rPr>
              <a:t>Reviews</a:t>
            </a:r>
          </a:p>
          <a:p>
            <a:r>
              <a:rPr lang="en-PH" sz="600" dirty="0">
                <a:solidFill>
                  <a:schemeClr val="bg1"/>
                </a:solidFill>
              </a:rPr>
              <a:t>Store Locations</a:t>
            </a:r>
            <a:endParaRPr lang="en-PH" sz="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292731-22FA-C61F-D7E5-4CC27381263E}"/>
              </a:ext>
            </a:extLst>
          </p:cNvPr>
          <p:cNvSpPr txBox="1"/>
          <p:nvPr/>
        </p:nvSpPr>
        <p:spPr>
          <a:xfrm>
            <a:off x="3000937" y="8508634"/>
            <a:ext cx="131881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LINKS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Gadget Spot Corporate</a:t>
            </a:r>
          </a:p>
          <a:p>
            <a:r>
              <a:rPr lang="en-PH" sz="600" dirty="0">
                <a:solidFill>
                  <a:schemeClr val="bg1"/>
                </a:solidFill>
              </a:rPr>
              <a:t>Gadget Spot Community</a:t>
            </a:r>
          </a:p>
          <a:p>
            <a:r>
              <a:rPr lang="en-PH" sz="600" dirty="0">
                <a:solidFill>
                  <a:schemeClr val="bg1"/>
                </a:solidFill>
              </a:rPr>
              <a:t>Lazada Official Store</a:t>
            </a:r>
          </a:p>
          <a:p>
            <a:r>
              <a:rPr lang="en-PH" sz="600" dirty="0">
                <a:solidFill>
                  <a:schemeClr val="bg1"/>
                </a:solidFill>
              </a:rPr>
              <a:t>Shopee Official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8C9EBA-21BB-41E2-1071-2AE57E28BD7D}"/>
              </a:ext>
            </a:extLst>
          </p:cNvPr>
          <p:cNvSpPr txBox="1"/>
          <p:nvPr/>
        </p:nvSpPr>
        <p:spPr>
          <a:xfrm>
            <a:off x="2808861" y="9712247"/>
            <a:ext cx="1362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50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©2026 Gadget SPOT. ALL RIGHTS RESERVED</a:t>
            </a:r>
            <a:endParaRPr lang="en-PH" sz="5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F1D489-F3EE-22BA-3149-D62A58B6E1C6}"/>
              </a:ext>
            </a:extLst>
          </p:cNvPr>
          <p:cNvSpPr txBox="1"/>
          <p:nvPr/>
        </p:nvSpPr>
        <p:spPr>
          <a:xfrm>
            <a:off x="2902845" y="831187"/>
            <a:ext cx="10099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Franklin Gothic Medium" panose="020B0603020102020204" pitchFamily="34" charset="0"/>
              </a:rPr>
              <a:t>Checkout</a:t>
            </a:r>
            <a:endParaRPr lang="en-PH" sz="1600" dirty="0">
              <a:latin typeface="Franklin Gothic Medium" panose="020B0603020102020204" pitchFamily="34" charset="0"/>
            </a:endParaRPr>
          </a:p>
        </p:txBody>
      </p:sp>
      <p:sp>
        <p:nvSpPr>
          <p:cNvPr id="28" name="Left Arrow 27">
            <a:hlinkClick r:id="rId12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056A3685-49C8-52AE-8751-ADCA8F1C7825}"/>
              </a:ext>
            </a:extLst>
          </p:cNvPr>
          <p:cNvSpPr/>
          <p:nvPr/>
        </p:nvSpPr>
        <p:spPr>
          <a:xfrm>
            <a:off x="478971" y="843091"/>
            <a:ext cx="570412" cy="295163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Franklin Gothic Medium" panose="020B0603020102020204" pitchFamily="34" charset="0"/>
              </a:rPr>
              <a:t>HOME</a:t>
            </a:r>
            <a:endParaRPr lang="en-PH" sz="900" dirty="0">
              <a:latin typeface="Franklin Gothic Medium" panose="020B0603020102020204" pitchFamily="34" charset="0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7FE8D3C4-3641-F545-F57E-409657C39AAF}"/>
              </a:ext>
            </a:extLst>
          </p:cNvPr>
          <p:cNvSpPr/>
          <p:nvPr/>
        </p:nvSpPr>
        <p:spPr>
          <a:xfrm>
            <a:off x="517821" y="1411647"/>
            <a:ext cx="5818245" cy="69552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400" dirty="0">
                <a:solidFill>
                  <a:schemeClr val="tx1"/>
                </a:solidFill>
              </a:rPr>
              <a:t>           </a:t>
            </a:r>
            <a:r>
              <a:rPr lang="en-PH" sz="1050" b="1" dirty="0">
                <a:solidFill>
                  <a:schemeClr val="tx1"/>
                </a:solidFill>
              </a:rPr>
              <a:t>Sabriel Adriel San Agustin (+63) 911 222 3333</a:t>
            </a:r>
          </a:p>
          <a:p>
            <a:r>
              <a:rPr lang="en-PH" sz="900" dirty="0">
                <a:solidFill>
                  <a:schemeClr val="tx1"/>
                </a:solidFill>
              </a:rPr>
              <a:t>                 </a:t>
            </a:r>
            <a:r>
              <a:rPr lang="en-PH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G. Trinidad Street, Pasig City (</a:t>
            </a:r>
            <a:r>
              <a:rPr lang="en-PH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Pob</a:t>
            </a:r>
            <a:r>
              <a:rPr lang="en-PH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.) </a:t>
            </a:r>
          </a:p>
          <a:p>
            <a:r>
              <a:rPr lang="en-PH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Luzon NCR, 1980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0AE4BEEA-576F-030D-AFE3-618DB917F936}"/>
              </a:ext>
            </a:extLst>
          </p:cNvPr>
          <p:cNvSpPr/>
          <p:nvPr/>
        </p:nvSpPr>
        <p:spPr>
          <a:xfrm>
            <a:off x="519877" y="7037079"/>
            <a:ext cx="5818245" cy="9525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9" name="Teardrop 68">
            <a:extLst>
              <a:ext uri="{FF2B5EF4-FFF2-40B4-BE49-F238E27FC236}">
                <a16:creationId xmlns:a16="http://schemas.microsoft.com/office/drawing/2014/main" id="{B2957F01-0AEC-4A0C-30D7-FF1B690A7A8F}"/>
              </a:ext>
            </a:extLst>
          </p:cNvPr>
          <p:cNvSpPr/>
          <p:nvPr/>
        </p:nvSpPr>
        <p:spPr>
          <a:xfrm rot="8115576">
            <a:off x="707142" y="1588202"/>
            <a:ext cx="225237" cy="225237"/>
          </a:xfrm>
          <a:prstGeom prst="teardrop">
            <a:avLst>
              <a:gd name="adj" fmla="val 13404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C4EC15E-557B-1179-E369-EEECFA0428AF}"/>
              </a:ext>
            </a:extLst>
          </p:cNvPr>
          <p:cNvSpPr/>
          <p:nvPr/>
        </p:nvSpPr>
        <p:spPr>
          <a:xfrm>
            <a:off x="783325" y="1650250"/>
            <a:ext cx="72870" cy="7287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3" name="Rounded Rectangle 18">
            <a:extLst>
              <a:ext uri="{FF2B5EF4-FFF2-40B4-BE49-F238E27FC236}">
                <a16:creationId xmlns:a16="http://schemas.microsoft.com/office/drawing/2014/main" id="{C176E8DB-80ED-BC91-6223-36564DAF243A}"/>
              </a:ext>
            </a:extLst>
          </p:cNvPr>
          <p:cNvSpPr/>
          <p:nvPr/>
        </p:nvSpPr>
        <p:spPr>
          <a:xfrm>
            <a:off x="517820" y="2312753"/>
            <a:ext cx="5818245" cy="21453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39BE618-F73B-D75D-4539-C9D8091CA94A}"/>
              </a:ext>
            </a:extLst>
          </p:cNvPr>
          <p:cNvSpPr/>
          <p:nvPr/>
        </p:nvSpPr>
        <p:spPr>
          <a:xfrm>
            <a:off x="660813" y="2400995"/>
            <a:ext cx="2121634" cy="1968910"/>
          </a:xfrm>
          <a:prstGeom prst="rect">
            <a:avLst/>
          </a:prstGeom>
          <a:blipFill dpi="0"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301" t="-5081" r="-7301" b="-508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E36E3F7-9B65-4E19-3D0D-3476009BC5F5}"/>
              </a:ext>
            </a:extLst>
          </p:cNvPr>
          <p:cNvSpPr/>
          <p:nvPr/>
        </p:nvSpPr>
        <p:spPr>
          <a:xfrm>
            <a:off x="2660469" y="2486619"/>
            <a:ext cx="3501886" cy="11873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>
                <a:solidFill>
                  <a:schemeClr val="tx1"/>
                </a:solidFill>
              </a:rPr>
              <a:t>Rakk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Sonido</a:t>
            </a:r>
            <a:r>
              <a:rPr lang="en-US" sz="1200" dirty="0">
                <a:solidFill>
                  <a:schemeClr val="tx1"/>
                </a:solidFill>
              </a:rPr>
              <a:t> Gaming Headset Surround Sound 7.1 | Wired</a:t>
            </a:r>
          </a:p>
          <a:p>
            <a:r>
              <a:rPr lang="en-US" sz="1100" dirty="0">
                <a:solidFill>
                  <a:schemeClr val="tx1"/>
                </a:solidFill>
              </a:rPr>
              <a:t> </a:t>
            </a:r>
          </a:p>
          <a:p>
            <a:r>
              <a:rPr lang="en-PH" sz="1400" b="1" dirty="0">
                <a:solidFill>
                  <a:schemeClr val="tx1"/>
                </a:solidFill>
              </a:rPr>
              <a:t>₱1,255.00</a:t>
            </a:r>
          </a:p>
        </p:txBody>
      </p:sp>
      <p:sp>
        <p:nvSpPr>
          <p:cNvPr id="85" name="Rounded Rectangle 21">
            <a:extLst>
              <a:ext uri="{FF2B5EF4-FFF2-40B4-BE49-F238E27FC236}">
                <a16:creationId xmlns:a16="http://schemas.microsoft.com/office/drawing/2014/main" id="{D1B0B10E-10F9-4C14-2830-1F2EEC576F2D}"/>
              </a:ext>
            </a:extLst>
          </p:cNvPr>
          <p:cNvSpPr/>
          <p:nvPr/>
        </p:nvSpPr>
        <p:spPr>
          <a:xfrm>
            <a:off x="4363097" y="7513329"/>
            <a:ext cx="1773693" cy="34960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PLACE ORDER</a:t>
            </a:r>
            <a:endParaRPr lang="en-PH" sz="105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41B32F5-8438-83AB-D392-BF0AD793ED14}"/>
              </a:ext>
            </a:extLst>
          </p:cNvPr>
          <p:cNvSpPr/>
          <p:nvPr/>
        </p:nvSpPr>
        <p:spPr>
          <a:xfrm>
            <a:off x="4319749" y="7144295"/>
            <a:ext cx="1842605" cy="3108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dirty="0">
                <a:solidFill>
                  <a:schemeClr val="tx1"/>
                </a:solidFill>
              </a:rPr>
              <a:t>Total</a:t>
            </a:r>
            <a:r>
              <a:rPr lang="en-PH" sz="1400" dirty="0">
                <a:solidFill>
                  <a:srgbClr val="FF0000"/>
                </a:solidFill>
              </a:rPr>
              <a:t> </a:t>
            </a:r>
            <a:r>
              <a:rPr lang="en-PH" sz="1400" b="1" dirty="0">
                <a:solidFill>
                  <a:srgbClr val="FF0000"/>
                </a:solidFill>
              </a:rPr>
              <a:t>₱1,255.00</a:t>
            </a:r>
            <a:r>
              <a:rPr lang="en-PH" sz="14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5CF2AB7A-796E-9D47-8719-77E0DCB9D237}"/>
              </a:ext>
            </a:extLst>
          </p:cNvPr>
          <p:cNvSpPr/>
          <p:nvPr/>
        </p:nvSpPr>
        <p:spPr>
          <a:xfrm>
            <a:off x="5124406" y="3939235"/>
            <a:ext cx="781137" cy="290339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900" b="1" dirty="0"/>
              <a:t>QTY: 1</a:t>
            </a:r>
          </a:p>
        </p:txBody>
      </p:sp>
      <p:sp>
        <p:nvSpPr>
          <p:cNvPr id="88" name="Rounded Rectangle 18">
            <a:extLst>
              <a:ext uri="{FF2B5EF4-FFF2-40B4-BE49-F238E27FC236}">
                <a16:creationId xmlns:a16="http://schemas.microsoft.com/office/drawing/2014/main" id="{1E500029-DB33-F3BE-80F4-D8555E5C3BE2}"/>
              </a:ext>
            </a:extLst>
          </p:cNvPr>
          <p:cNvSpPr/>
          <p:nvPr/>
        </p:nvSpPr>
        <p:spPr>
          <a:xfrm>
            <a:off x="521188" y="4665642"/>
            <a:ext cx="5818245" cy="21453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8C410DC-8A72-E1F5-270C-E74CDF664B9F}"/>
              </a:ext>
            </a:extLst>
          </p:cNvPr>
          <p:cNvSpPr/>
          <p:nvPr/>
        </p:nvSpPr>
        <p:spPr>
          <a:xfrm>
            <a:off x="856195" y="7200900"/>
            <a:ext cx="1773693" cy="6627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050" b="1" dirty="0">
                <a:solidFill>
                  <a:schemeClr val="tx1"/>
                </a:solidFill>
              </a:rPr>
              <a:t>Payment Details</a:t>
            </a:r>
          </a:p>
          <a:p>
            <a:r>
              <a:rPr lang="en-PH" sz="1050" dirty="0">
                <a:solidFill>
                  <a:schemeClr val="tx1"/>
                </a:solidFill>
              </a:rPr>
              <a:t>Merchandise Subtotal</a:t>
            </a:r>
          </a:p>
          <a:p>
            <a:r>
              <a:rPr lang="en-PH" sz="1050" dirty="0">
                <a:solidFill>
                  <a:schemeClr val="tx1"/>
                </a:solidFill>
              </a:rPr>
              <a:t>Product Protection Subtotal</a:t>
            </a:r>
          </a:p>
          <a:p>
            <a:r>
              <a:rPr lang="en-PH" sz="1050" dirty="0">
                <a:solidFill>
                  <a:schemeClr val="tx1"/>
                </a:solidFill>
              </a:rPr>
              <a:t>Shipping Subtotal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FB074BC-5205-D7D6-40F7-9E11BE02F88D}"/>
              </a:ext>
            </a:extLst>
          </p:cNvPr>
          <p:cNvSpPr/>
          <p:nvPr/>
        </p:nvSpPr>
        <p:spPr>
          <a:xfrm>
            <a:off x="856195" y="4767938"/>
            <a:ext cx="5280595" cy="407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b="1" dirty="0">
                <a:solidFill>
                  <a:schemeClr val="tx1"/>
                </a:solidFill>
              </a:rPr>
              <a:t>Platform Vouchers</a:t>
            </a:r>
            <a:r>
              <a:rPr lang="en-PH" sz="1200" dirty="0">
                <a:solidFill>
                  <a:schemeClr val="tx1"/>
                </a:solidFill>
              </a:rPr>
              <a:t>			</a:t>
            </a:r>
            <a:r>
              <a:rPr lang="en-PH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Select or enter code &gt;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203C9DE-F227-B0BC-A797-4D928F950EBF}"/>
              </a:ext>
            </a:extLst>
          </p:cNvPr>
          <p:cNvSpPr/>
          <p:nvPr/>
        </p:nvSpPr>
        <p:spPr>
          <a:xfrm>
            <a:off x="856195" y="5611589"/>
            <a:ext cx="5280595" cy="9728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b="1" dirty="0">
                <a:solidFill>
                  <a:schemeClr val="tx1"/>
                </a:solidFill>
              </a:rPr>
              <a:t>Payment Methods</a:t>
            </a:r>
            <a:r>
              <a:rPr lang="en-PH" sz="1200" dirty="0">
                <a:solidFill>
                  <a:schemeClr val="tx1"/>
                </a:solidFill>
              </a:rPr>
              <a:t>		         	</a:t>
            </a:r>
            <a:r>
              <a:rPr lang="en-PH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      View all &gt;</a:t>
            </a:r>
          </a:p>
          <a:p>
            <a:r>
              <a:rPr lang="en-PH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Cash on Delivery</a:t>
            </a:r>
          </a:p>
          <a:p>
            <a:r>
              <a:rPr lang="en-PH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Loan</a:t>
            </a:r>
          </a:p>
          <a:p>
            <a:r>
              <a:rPr lang="en-PH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Card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4BACF95-5401-3888-60C3-AC3A327AB42A}"/>
              </a:ext>
            </a:extLst>
          </p:cNvPr>
          <p:cNvSpPr/>
          <p:nvPr/>
        </p:nvSpPr>
        <p:spPr>
          <a:xfrm>
            <a:off x="2661898" y="7200900"/>
            <a:ext cx="1322273" cy="6627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H" sz="1050" b="1" dirty="0">
              <a:solidFill>
                <a:schemeClr val="tx1"/>
              </a:solidFill>
            </a:endParaRPr>
          </a:p>
          <a:p>
            <a:r>
              <a:rPr lang="en-PH" sz="1050" b="1" dirty="0">
                <a:solidFill>
                  <a:schemeClr val="tx1"/>
                </a:solidFill>
              </a:rPr>
              <a:t>₱1,255.00 </a:t>
            </a:r>
          </a:p>
          <a:p>
            <a:r>
              <a:rPr lang="en-PH" sz="1050" b="1" dirty="0">
                <a:solidFill>
                  <a:schemeClr val="tx1"/>
                </a:solidFill>
              </a:rPr>
              <a:t>₱ 78.00</a:t>
            </a:r>
          </a:p>
          <a:p>
            <a:r>
              <a:rPr lang="en-PH" sz="1050" b="1" dirty="0">
                <a:solidFill>
                  <a:schemeClr val="tx1"/>
                </a:solidFill>
              </a:rPr>
              <a:t>₱55.22</a:t>
            </a:r>
            <a:endParaRPr lang="en-PH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7754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665A2-0809-F6BD-B5BE-28BF5D78A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4E5156-E429-6DF2-A56A-B9C647329F08}"/>
              </a:ext>
            </a:extLst>
          </p:cNvPr>
          <p:cNvSpPr/>
          <p:nvPr/>
        </p:nvSpPr>
        <p:spPr>
          <a:xfrm>
            <a:off x="-72571" y="-42873"/>
            <a:ext cx="7006771" cy="518844"/>
          </a:xfrm>
          <a:prstGeom prst="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29F8DBF0-5BE0-2800-63EC-CD8556F811B4}"/>
              </a:ext>
            </a:extLst>
          </p:cNvPr>
          <p:cNvSpPr/>
          <p:nvPr/>
        </p:nvSpPr>
        <p:spPr>
          <a:xfrm>
            <a:off x="1650206" y="110326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2F1F6A-43FE-E2AA-4417-7026B7DF94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95" y="-203104"/>
            <a:ext cx="867300" cy="867300"/>
          </a:xfrm>
          <a:prstGeom prst="rect">
            <a:avLst/>
          </a:prstGeom>
        </p:spPr>
      </p:pic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3BE2AAFF-B048-9A68-4C05-1F66CCEBFE3A}"/>
              </a:ext>
            </a:extLst>
          </p:cNvPr>
          <p:cNvSpPr/>
          <p:nvPr/>
        </p:nvSpPr>
        <p:spPr>
          <a:xfrm>
            <a:off x="4136231" y="110330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6035B3-6468-7026-A8CA-4064F17903CD}"/>
              </a:ext>
            </a:extLst>
          </p:cNvPr>
          <p:cNvSpPr/>
          <p:nvPr/>
        </p:nvSpPr>
        <p:spPr>
          <a:xfrm>
            <a:off x="1975247" y="110327"/>
            <a:ext cx="2407444" cy="2409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A2C3DC-DBDA-EECE-DB0C-8975BF94E253}"/>
              </a:ext>
            </a:extLst>
          </p:cNvPr>
          <p:cNvSpPr txBox="1"/>
          <p:nvPr/>
        </p:nvSpPr>
        <p:spPr>
          <a:xfrm>
            <a:off x="1735931" y="123206"/>
            <a:ext cx="48577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>
                <a:solidFill>
                  <a:schemeClr val="bg1">
                    <a:lumMod val="50000"/>
                  </a:schemeClr>
                </a:solidFill>
              </a:rPr>
              <a:t>Search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C27DE2-0FE4-FC4C-31B1-51028AD597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789" y="178711"/>
            <a:ext cx="114300" cy="114300"/>
          </a:xfrm>
          <a:prstGeom prst="rect">
            <a:avLst/>
          </a:prstGeom>
        </p:spPr>
      </p:pic>
      <p:pic>
        <p:nvPicPr>
          <p:cNvPr id="13" name="Picture 12">
            <a:hlinkClick r:id="rId4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04C858FA-E6A8-756F-5975-8B2803F066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124" y="166580"/>
            <a:ext cx="175426" cy="1754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A66AAC9-21FF-426B-5D90-3D5F1C90C5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975" y="153571"/>
            <a:ext cx="191297" cy="188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A6CA583-5CE7-4596-1D4D-260B52BE66C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593" y="147861"/>
            <a:ext cx="195732" cy="195732"/>
          </a:xfrm>
          <a:prstGeom prst="rect">
            <a:avLst/>
          </a:prstGeom>
        </p:spPr>
      </p:pic>
      <p:pic>
        <p:nvPicPr>
          <p:cNvPr id="16" name="Picture 15">
            <a:hlinkClick r:id="rId9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931CABF1-E79D-B8BF-61F1-64F2C592DB1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16" y="114028"/>
            <a:ext cx="246459" cy="246459"/>
          </a:xfrm>
          <a:prstGeom prst="rect">
            <a:avLst/>
          </a:prstGeom>
        </p:spPr>
      </p:pic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EF95BBE-8F59-5A98-E08A-044258A00778}"/>
              </a:ext>
            </a:extLst>
          </p:cNvPr>
          <p:cNvSpPr/>
          <p:nvPr/>
        </p:nvSpPr>
        <p:spPr>
          <a:xfrm>
            <a:off x="-72571" y="8284021"/>
            <a:ext cx="7006771" cy="1999349"/>
          </a:xfrm>
          <a:prstGeom prst="round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E1FB2554-B658-A966-FA32-86EEC2AD6ED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516" y="8269121"/>
            <a:ext cx="1668550" cy="1668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44EB5A-CDA0-4786-C210-F1C6AA1D969E}"/>
              </a:ext>
            </a:extLst>
          </p:cNvPr>
          <p:cNvSpPr txBox="1"/>
          <p:nvPr/>
        </p:nvSpPr>
        <p:spPr>
          <a:xfrm>
            <a:off x="678266" y="8505808"/>
            <a:ext cx="131881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CUSTOMER SERVICE</a:t>
            </a:r>
          </a:p>
          <a:p>
            <a:endParaRPr lang="en-PH" sz="12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Cancellation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Delivery</a:t>
            </a:r>
          </a:p>
          <a:p>
            <a:r>
              <a:rPr lang="en-PH" sz="600" dirty="0">
                <a:solidFill>
                  <a:schemeClr val="bg1"/>
                </a:solidFill>
              </a:rPr>
              <a:t>Order Verification</a:t>
            </a:r>
          </a:p>
          <a:p>
            <a:r>
              <a:rPr lang="en-PH" sz="600" dirty="0">
                <a:solidFill>
                  <a:schemeClr val="bg1"/>
                </a:solidFill>
              </a:rPr>
              <a:t>Payment 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Privacy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Terms and Conditions</a:t>
            </a:r>
          </a:p>
          <a:p>
            <a:r>
              <a:rPr lang="en-PH" sz="600" dirty="0">
                <a:solidFill>
                  <a:schemeClr val="bg1"/>
                </a:solidFill>
              </a:rPr>
              <a:t>Warranty</a:t>
            </a:r>
            <a:endParaRPr lang="en-PH" sz="11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58CBE9-A422-BB25-CBE3-24C9D4F50FEB}"/>
              </a:ext>
            </a:extLst>
          </p:cNvPr>
          <p:cNvSpPr txBox="1"/>
          <p:nvPr/>
        </p:nvSpPr>
        <p:spPr>
          <a:xfrm>
            <a:off x="1996061" y="8505808"/>
            <a:ext cx="1318813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COMPANY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Careers</a:t>
            </a:r>
          </a:p>
          <a:p>
            <a:r>
              <a:rPr lang="en-PH" sz="600" dirty="0">
                <a:solidFill>
                  <a:schemeClr val="bg1"/>
                </a:solidFill>
              </a:rPr>
              <a:t>Contact Us</a:t>
            </a:r>
          </a:p>
          <a:p>
            <a:r>
              <a:rPr lang="en-PH" sz="600" dirty="0">
                <a:solidFill>
                  <a:schemeClr val="bg1"/>
                </a:solidFill>
              </a:rPr>
              <a:t>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News and Articles</a:t>
            </a:r>
          </a:p>
          <a:p>
            <a:r>
              <a:rPr lang="en-PH" sz="600" dirty="0">
                <a:solidFill>
                  <a:schemeClr val="bg1"/>
                </a:solidFill>
              </a:rPr>
              <a:t>Our Company</a:t>
            </a:r>
          </a:p>
          <a:p>
            <a:r>
              <a:rPr lang="en-PH" sz="600" dirty="0">
                <a:solidFill>
                  <a:schemeClr val="bg1"/>
                </a:solidFill>
              </a:rPr>
              <a:t>Reviews</a:t>
            </a:r>
          </a:p>
          <a:p>
            <a:r>
              <a:rPr lang="en-PH" sz="600" dirty="0">
                <a:solidFill>
                  <a:schemeClr val="bg1"/>
                </a:solidFill>
              </a:rPr>
              <a:t>Store Locations</a:t>
            </a:r>
            <a:endParaRPr lang="en-PH" sz="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E44D58-7C51-5FF0-C9B8-8D8814F1A6B6}"/>
              </a:ext>
            </a:extLst>
          </p:cNvPr>
          <p:cNvSpPr txBox="1"/>
          <p:nvPr/>
        </p:nvSpPr>
        <p:spPr>
          <a:xfrm>
            <a:off x="3000937" y="8508634"/>
            <a:ext cx="131881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LINKS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Gadget Spot Corporate</a:t>
            </a:r>
          </a:p>
          <a:p>
            <a:r>
              <a:rPr lang="en-PH" sz="600" dirty="0">
                <a:solidFill>
                  <a:schemeClr val="bg1"/>
                </a:solidFill>
              </a:rPr>
              <a:t>Gadget Spot Community</a:t>
            </a:r>
          </a:p>
          <a:p>
            <a:r>
              <a:rPr lang="en-PH" sz="600" dirty="0">
                <a:solidFill>
                  <a:schemeClr val="bg1"/>
                </a:solidFill>
              </a:rPr>
              <a:t>Lazada Official Store</a:t>
            </a:r>
          </a:p>
          <a:p>
            <a:r>
              <a:rPr lang="en-PH" sz="600" dirty="0">
                <a:solidFill>
                  <a:schemeClr val="bg1"/>
                </a:solidFill>
              </a:rPr>
              <a:t>Shopee Official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60C864-A785-2A7D-C2F3-7D0CE61D9455}"/>
              </a:ext>
            </a:extLst>
          </p:cNvPr>
          <p:cNvSpPr txBox="1"/>
          <p:nvPr/>
        </p:nvSpPr>
        <p:spPr>
          <a:xfrm>
            <a:off x="2808861" y="9712247"/>
            <a:ext cx="1362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50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©2026 Gadget SPOT. ALL RIGHTS RESERVED</a:t>
            </a:r>
            <a:endParaRPr lang="en-PH" sz="5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D2BEDD-1154-0480-5B9E-544282ACD0FF}"/>
              </a:ext>
            </a:extLst>
          </p:cNvPr>
          <p:cNvSpPr/>
          <p:nvPr/>
        </p:nvSpPr>
        <p:spPr>
          <a:xfrm>
            <a:off x="-1" y="491539"/>
            <a:ext cx="6858001" cy="2474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8" name="Left Arrow 27">
            <a:hlinkClick r:id="rId12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00B1A435-2DC3-3609-A560-3A5C97E5177E}"/>
              </a:ext>
            </a:extLst>
          </p:cNvPr>
          <p:cNvSpPr/>
          <p:nvPr/>
        </p:nvSpPr>
        <p:spPr>
          <a:xfrm>
            <a:off x="478971" y="719722"/>
            <a:ext cx="570412" cy="295163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Franklin Gothic Medium" panose="020B0603020102020204" pitchFamily="34" charset="0"/>
              </a:rPr>
              <a:t>HOME</a:t>
            </a:r>
            <a:endParaRPr lang="en-PH" sz="900" dirty="0">
              <a:latin typeface="Franklin Gothic Medium" panose="020B06030201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3BAC99-4934-9254-8B62-2BDED2C5D899}"/>
              </a:ext>
            </a:extLst>
          </p:cNvPr>
          <p:cNvSpPr/>
          <p:nvPr/>
        </p:nvSpPr>
        <p:spPr>
          <a:xfrm>
            <a:off x="258609" y="3000339"/>
            <a:ext cx="5044911" cy="8604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b="1" dirty="0">
                <a:solidFill>
                  <a:schemeClr val="tx1"/>
                </a:solidFill>
              </a:rPr>
              <a:t>₱1,255.00</a:t>
            </a:r>
          </a:p>
          <a:p>
            <a:endParaRPr lang="en-PH" sz="700" b="1" dirty="0">
              <a:solidFill>
                <a:schemeClr val="tx1"/>
              </a:solidFill>
            </a:endParaRPr>
          </a:p>
          <a:p>
            <a:pPr algn="ctr"/>
            <a:r>
              <a:rPr lang="en-PH" sz="1400" b="1" dirty="0">
                <a:solidFill>
                  <a:schemeClr val="tx1"/>
                </a:solidFill>
              </a:rPr>
              <a:t>Performance Desktop PC | 5700G APU | 16GB RAM | 512GB SSD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4C9F1D-2E7A-8044-61B1-141A2BD5ACBF}"/>
              </a:ext>
            </a:extLst>
          </p:cNvPr>
          <p:cNvSpPr/>
          <p:nvPr/>
        </p:nvSpPr>
        <p:spPr>
          <a:xfrm>
            <a:off x="1828791" y="702260"/>
            <a:ext cx="2972165" cy="1938273"/>
          </a:xfrm>
          <a:prstGeom prst="rect">
            <a:avLst/>
          </a:prstGeom>
          <a:blipFill dpi="0" rotWithShape="1">
            <a:blip r:embed="rId13" cstate="print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5202" b="86705" l="9827" r="89017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5164" t="-18752" r="5164" b="-1875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F2902C5-B825-6CA5-D0FF-4F9BAE364D31}"/>
              </a:ext>
            </a:extLst>
          </p:cNvPr>
          <p:cNvSpPr/>
          <p:nvPr/>
        </p:nvSpPr>
        <p:spPr>
          <a:xfrm>
            <a:off x="3171166" y="2805781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C53DCD5-C527-BD70-2EF5-08CBF198DE03}"/>
              </a:ext>
            </a:extLst>
          </p:cNvPr>
          <p:cNvSpPr/>
          <p:nvPr/>
        </p:nvSpPr>
        <p:spPr>
          <a:xfrm>
            <a:off x="3318123" y="2805781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9F89074-7589-9922-DF0B-5989732B97AE}"/>
              </a:ext>
            </a:extLst>
          </p:cNvPr>
          <p:cNvSpPr/>
          <p:nvPr/>
        </p:nvSpPr>
        <p:spPr>
          <a:xfrm>
            <a:off x="3465080" y="2805781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3A4410F-229F-C9AB-CCBA-7FC8B1A41B84}"/>
              </a:ext>
            </a:extLst>
          </p:cNvPr>
          <p:cNvSpPr/>
          <p:nvPr/>
        </p:nvSpPr>
        <p:spPr>
          <a:xfrm>
            <a:off x="3612037" y="2805781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22" name="Rectangle 21">
            <a:hlinkClick r:id="rId15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E38FF62D-6667-B109-EAD7-D529AC841135}"/>
              </a:ext>
            </a:extLst>
          </p:cNvPr>
          <p:cNvSpPr/>
          <p:nvPr/>
        </p:nvSpPr>
        <p:spPr>
          <a:xfrm>
            <a:off x="-72571" y="3921576"/>
            <a:ext cx="7006771" cy="26125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dirty="0">
                <a:solidFill>
                  <a:schemeClr val="tx1"/>
                </a:solidFill>
              </a:rPr>
              <a:t>       </a:t>
            </a:r>
            <a:r>
              <a:rPr lang="en-PH" sz="1400" dirty="0">
                <a:solidFill>
                  <a:schemeClr val="tx1"/>
                </a:solidFill>
              </a:rPr>
              <a:t>4.8     </a:t>
            </a:r>
            <a:r>
              <a:rPr lang="en-PH" sz="1100" dirty="0">
                <a:solidFill>
                  <a:schemeClr val="tx1"/>
                </a:solidFill>
              </a:rPr>
              <a:t>Product Ratings (117)		     	    	         </a:t>
            </a:r>
            <a:r>
              <a:rPr lang="en-PH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View All &gt;</a:t>
            </a:r>
            <a:endParaRPr lang="en-PH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Star: 5 Points 22">
            <a:extLst>
              <a:ext uri="{FF2B5EF4-FFF2-40B4-BE49-F238E27FC236}">
                <a16:creationId xmlns:a16="http://schemas.microsoft.com/office/drawing/2014/main" id="{8A4DBEA8-5977-9AC2-8D04-4C5756020096}"/>
              </a:ext>
            </a:extLst>
          </p:cNvPr>
          <p:cNvSpPr/>
          <p:nvPr/>
        </p:nvSpPr>
        <p:spPr>
          <a:xfrm flipH="1">
            <a:off x="654341" y="4018156"/>
            <a:ext cx="100749" cy="100749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683C720-7D98-C1D0-44D5-F350B29113EC}"/>
              </a:ext>
            </a:extLst>
          </p:cNvPr>
          <p:cNvSpPr/>
          <p:nvPr/>
        </p:nvSpPr>
        <p:spPr>
          <a:xfrm>
            <a:off x="370971" y="4418658"/>
            <a:ext cx="216000" cy="216000"/>
          </a:xfrm>
          <a:prstGeom prst="ellipse">
            <a:avLst/>
          </a:prstGeom>
          <a:blipFill dpi="0" rotWithShape="1"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E7DA5C-5FC8-DFEB-A0BB-E82CFDD91F55}"/>
              </a:ext>
            </a:extLst>
          </p:cNvPr>
          <p:cNvSpPr/>
          <p:nvPr/>
        </p:nvSpPr>
        <p:spPr>
          <a:xfrm>
            <a:off x="550505" y="4418659"/>
            <a:ext cx="1526061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0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User54321098765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169F421-2D7B-C5F0-D6DE-671767790169}"/>
              </a:ext>
            </a:extLst>
          </p:cNvPr>
          <p:cNvSpPr/>
          <p:nvPr/>
        </p:nvSpPr>
        <p:spPr>
          <a:xfrm>
            <a:off x="370971" y="4799872"/>
            <a:ext cx="5965095" cy="4310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050" dirty="0">
                <a:solidFill>
                  <a:schemeClr val="tx1"/>
                </a:solidFill>
              </a:rPr>
              <a:t>Ang </a:t>
            </a:r>
            <a:r>
              <a:rPr lang="en-PH" sz="1050" dirty="0" err="1">
                <a:solidFill>
                  <a:schemeClr val="tx1"/>
                </a:solidFill>
              </a:rPr>
              <a:t>ganda</a:t>
            </a:r>
            <a:r>
              <a:rPr lang="en-PH" sz="1050" dirty="0">
                <a:solidFill>
                  <a:schemeClr val="tx1"/>
                </a:solidFill>
              </a:rPr>
              <a:t> </a:t>
            </a:r>
            <a:r>
              <a:rPr lang="en-PH" sz="1050" dirty="0" err="1">
                <a:solidFill>
                  <a:schemeClr val="tx1"/>
                </a:solidFill>
              </a:rPr>
              <a:t>talaga</a:t>
            </a:r>
            <a:r>
              <a:rPr lang="en-PH" sz="1050" dirty="0">
                <a:solidFill>
                  <a:schemeClr val="tx1"/>
                </a:solidFill>
              </a:rPr>
              <a:t> basta </a:t>
            </a:r>
            <a:r>
              <a:rPr lang="en-PH" sz="1050" dirty="0" err="1">
                <a:solidFill>
                  <a:schemeClr val="tx1"/>
                </a:solidFill>
              </a:rPr>
              <a:t>MSi</a:t>
            </a:r>
            <a:r>
              <a:rPr lang="en-PH" sz="1050" dirty="0">
                <a:solidFill>
                  <a:schemeClr val="tx1"/>
                </a:solidFill>
              </a:rPr>
              <a:t> ang </a:t>
            </a:r>
            <a:r>
              <a:rPr lang="en-PH" sz="1050" dirty="0" err="1">
                <a:solidFill>
                  <a:schemeClr val="tx1"/>
                </a:solidFill>
              </a:rPr>
              <a:t>ganda</a:t>
            </a:r>
            <a:r>
              <a:rPr lang="en-PH" sz="1050" dirty="0">
                <a:solidFill>
                  <a:schemeClr val="tx1"/>
                </a:solidFill>
              </a:rPr>
              <a:t> ng airflow </a:t>
            </a:r>
            <a:r>
              <a:rPr lang="en-PH" sz="1050" dirty="0" err="1">
                <a:solidFill>
                  <a:schemeClr val="tx1"/>
                </a:solidFill>
              </a:rPr>
              <a:t>tapos</a:t>
            </a:r>
            <a:r>
              <a:rPr lang="en-PH" sz="1050" dirty="0">
                <a:solidFill>
                  <a:schemeClr val="tx1"/>
                </a:solidFill>
              </a:rPr>
              <a:t> may </a:t>
            </a:r>
            <a:r>
              <a:rPr lang="en-PH" sz="1050" dirty="0" err="1">
                <a:solidFill>
                  <a:schemeClr val="tx1"/>
                </a:solidFill>
              </a:rPr>
              <a:t>kasama</a:t>
            </a:r>
            <a:r>
              <a:rPr lang="en-PH" sz="1050" dirty="0">
                <a:solidFill>
                  <a:schemeClr val="tx1"/>
                </a:solidFill>
              </a:rPr>
              <a:t> </a:t>
            </a:r>
            <a:r>
              <a:rPr lang="en-PH" sz="1050" dirty="0" err="1">
                <a:solidFill>
                  <a:schemeClr val="tx1"/>
                </a:solidFill>
              </a:rPr>
              <a:t>na</a:t>
            </a:r>
            <a:r>
              <a:rPr lang="en-PH" sz="1050" dirty="0">
                <a:solidFill>
                  <a:schemeClr val="tx1"/>
                </a:solidFill>
              </a:rPr>
              <a:t> 4 fans </a:t>
            </a:r>
            <a:r>
              <a:rPr lang="en-PH" sz="1050" dirty="0" err="1">
                <a:solidFill>
                  <a:schemeClr val="tx1"/>
                </a:solidFill>
              </a:rPr>
              <a:t>na</a:t>
            </a:r>
            <a:r>
              <a:rPr lang="en-PH" sz="1050" dirty="0">
                <a:solidFill>
                  <a:schemeClr val="tx1"/>
                </a:solidFill>
              </a:rPr>
              <a:t> </a:t>
            </a:r>
            <a:r>
              <a:rPr lang="en-PH" sz="1050" dirty="0" err="1">
                <a:solidFill>
                  <a:schemeClr val="tx1"/>
                </a:solidFill>
              </a:rPr>
              <a:t>argb</a:t>
            </a:r>
            <a:r>
              <a:rPr lang="en-PH" sz="1050" dirty="0">
                <a:solidFill>
                  <a:schemeClr val="tx1"/>
                </a:solidFill>
              </a:rPr>
              <a:t> </a:t>
            </a:r>
            <a:r>
              <a:rPr lang="en-PH" sz="1050" dirty="0" err="1">
                <a:solidFill>
                  <a:schemeClr val="tx1"/>
                </a:solidFill>
              </a:rPr>
              <a:t>panalong</a:t>
            </a:r>
            <a:r>
              <a:rPr lang="en-PH" sz="1050" dirty="0">
                <a:solidFill>
                  <a:schemeClr val="tx1"/>
                </a:solidFill>
              </a:rPr>
              <a:t> </a:t>
            </a:r>
            <a:r>
              <a:rPr lang="en-PH" sz="1050" dirty="0" err="1">
                <a:solidFill>
                  <a:schemeClr val="tx1"/>
                </a:solidFill>
              </a:rPr>
              <a:t>panalo</a:t>
            </a:r>
            <a:r>
              <a:rPr lang="en-PH" sz="1050" dirty="0">
                <a:solidFill>
                  <a:schemeClr val="tx1"/>
                </a:solidFill>
              </a:rPr>
              <a:t> </a:t>
            </a:r>
            <a:r>
              <a:rPr lang="en-PH" sz="1050" dirty="0" err="1">
                <a:solidFill>
                  <a:schemeClr val="tx1"/>
                </a:solidFill>
              </a:rPr>
              <a:t>sulit</a:t>
            </a:r>
            <a:r>
              <a:rPr lang="en-PH" sz="1050" dirty="0">
                <a:solidFill>
                  <a:schemeClr val="tx1"/>
                </a:solidFill>
              </a:rPr>
              <a:t> </a:t>
            </a:r>
            <a:r>
              <a:rPr lang="en-PH" sz="1050" dirty="0" err="1">
                <a:solidFill>
                  <a:schemeClr val="tx1"/>
                </a:solidFill>
              </a:rPr>
              <a:t>tapos</a:t>
            </a:r>
            <a:r>
              <a:rPr lang="en-PH" sz="1050" dirty="0">
                <a:solidFill>
                  <a:schemeClr val="tx1"/>
                </a:solidFill>
              </a:rPr>
              <a:t> may voucher </a:t>
            </a:r>
            <a:r>
              <a:rPr lang="en-PH" sz="1050" dirty="0" err="1">
                <a:solidFill>
                  <a:schemeClr val="tx1"/>
                </a:solidFill>
              </a:rPr>
              <a:t>nakatipid</a:t>
            </a:r>
            <a:r>
              <a:rPr lang="en-PH" sz="1050" dirty="0">
                <a:solidFill>
                  <a:schemeClr val="tx1"/>
                </a:solidFill>
              </a:rPr>
              <a:t> pa </a:t>
            </a:r>
            <a:r>
              <a:rPr lang="en-PH" sz="1050" dirty="0" err="1">
                <a:solidFill>
                  <a:schemeClr val="tx1"/>
                </a:solidFill>
              </a:rPr>
              <a:t>ako</a:t>
            </a:r>
            <a:r>
              <a:rPr lang="en-PH" sz="1050" dirty="0">
                <a:solidFill>
                  <a:schemeClr val="tx1"/>
                </a:solidFill>
              </a:rPr>
              <a:t> </a:t>
            </a:r>
            <a:r>
              <a:rPr lang="en-PH" sz="1050" dirty="0" err="1">
                <a:solidFill>
                  <a:schemeClr val="tx1"/>
                </a:solidFill>
              </a:rPr>
              <a:t>panalo</a:t>
            </a:r>
            <a:r>
              <a:rPr lang="en-PH" sz="1050" dirty="0">
                <a:solidFill>
                  <a:schemeClr val="tx1"/>
                </a:solidFill>
              </a:rPr>
              <a:t> EASYPC!</a:t>
            </a:r>
          </a:p>
        </p:txBody>
      </p:sp>
      <p:sp>
        <p:nvSpPr>
          <p:cNvPr id="30" name="Star: 5 Points 29">
            <a:extLst>
              <a:ext uri="{FF2B5EF4-FFF2-40B4-BE49-F238E27FC236}">
                <a16:creationId xmlns:a16="http://schemas.microsoft.com/office/drawing/2014/main" id="{5871F7A5-3920-9D9B-D6F7-1C5D52E2320D}"/>
              </a:ext>
            </a:extLst>
          </p:cNvPr>
          <p:cNvSpPr/>
          <p:nvPr/>
        </p:nvSpPr>
        <p:spPr>
          <a:xfrm flipH="1">
            <a:off x="439800" y="4694588"/>
            <a:ext cx="78341" cy="78341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Star: 5 Points 30">
            <a:extLst>
              <a:ext uri="{FF2B5EF4-FFF2-40B4-BE49-F238E27FC236}">
                <a16:creationId xmlns:a16="http://schemas.microsoft.com/office/drawing/2014/main" id="{DDECB8F1-A1B4-DBAD-D862-E5215338C38F}"/>
              </a:ext>
            </a:extLst>
          </p:cNvPr>
          <p:cNvSpPr/>
          <p:nvPr/>
        </p:nvSpPr>
        <p:spPr>
          <a:xfrm flipH="1">
            <a:off x="576000" y="4694588"/>
            <a:ext cx="78341" cy="78341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72CA2391-343E-BD2C-38F7-A0DB2C0AD083}"/>
              </a:ext>
            </a:extLst>
          </p:cNvPr>
          <p:cNvSpPr/>
          <p:nvPr/>
        </p:nvSpPr>
        <p:spPr>
          <a:xfrm flipH="1">
            <a:off x="712200" y="4694289"/>
            <a:ext cx="78341" cy="78341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0C8BE185-4479-9EE0-5026-E40964932BFE}"/>
              </a:ext>
            </a:extLst>
          </p:cNvPr>
          <p:cNvSpPr/>
          <p:nvPr/>
        </p:nvSpPr>
        <p:spPr>
          <a:xfrm flipH="1">
            <a:off x="848400" y="4694289"/>
            <a:ext cx="78341" cy="78341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Star: 5 Points 33">
            <a:extLst>
              <a:ext uri="{FF2B5EF4-FFF2-40B4-BE49-F238E27FC236}">
                <a16:creationId xmlns:a16="http://schemas.microsoft.com/office/drawing/2014/main" id="{D518D1F1-77C6-7F31-E011-4ED04219FF35}"/>
              </a:ext>
            </a:extLst>
          </p:cNvPr>
          <p:cNvSpPr/>
          <p:nvPr/>
        </p:nvSpPr>
        <p:spPr>
          <a:xfrm flipH="1">
            <a:off x="984600" y="4694289"/>
            <a:ext cx="78341" cy="78341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216CAC2-53A8-BEB5-1112-837A7AF37950}"/>
              </a:ext>
            </a:extLst>
          </p:cNvPr>
          <p:cNvSpPr/>
          <p:nvPr/>
        </p:nvSpPr>
        <p:spPr>
          <a:xfrm>
            <a:off x="370971" y="5281745"/>
            <a:ext cx="1368000" cy="1367245"/>
          </a:xfrm>
          <a:prstGeom prst="rect">
            <a:avLst/>
          </a:prstGeom>
          <a:blipFill dpi="0" rotWithShape="1"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8A9C1B6-6489-718A-FC7E-080C22459A14}"/>
              </a:ext>
            </a:extLst>
          </p:cNvPr>
          <p:cNvSpPr/>
          <p:nvPr/>
        </p:nvSpPr>
        <p:spPr>
          <a:xfrm>
            <a:off x="1901383" y="5281744"/>
            <a:ext cx="1368000" cy="1367245"/>
          </a:xfrm>
          <a:prstGeom prst="rect">
            <a:avLst/>
          </a:prstGeom>
          <a:blipFill dpi="0" rotWithShape="1"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E7B72E-0834-7535-E4A9-005297907665}"/>
              </a:ext>
            </a:extLst>
          </p:cNvPr>
          <p:cNvSpPr/>
          <p:nvPr/>
        </p:nvSpPr>
        <p:spPr>
          <a:xfrm>
            <a:off x="3430512" y="5281743"/>
            <a:ext cx="1368000" cy="1367245"/>
          </a:xfrm>
          <a:prstGeom prst="rect">
            <a:avLst/>
          </a:prstGeom>
          <a:blipFill dpi="0" rotWithShape="1"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383CB66-A665-198B-3012-652EB7E5C0C8}"/>
              </a:ext>
            </a:extLst>
          </p:cNvPr>
          <p:cNvSpPr/>
          <p:nvPr/>
        </p:nvSpPr>
        <p:spPr>
          <a:xfrm>
            <a:off x="4966546" y="5281742"/>
            <a:ext cx="1368000" cy="1367245"/>
          </a:xfrm>
          <a:prstGeom prst="rect">
            <a:avLst/>
          </a:prstGeom>
          <a:blipFill dpi="0" rotWithShape="1"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D69E375-971E-33C9-C07B-95062E949CB8}"/>
              </a:ext>
            </a:extLst>
          </p:cNvPr>
          <p:cNvSpPr/>
          <p:nvPr/>
        </p:nvSpPr>
        <p:spPr>
          <a:xfrm>
            <a:off x="-74387" y="6897172"/>
            <a:ext cx="7006771" cy="26125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dirty="0">
                <a:solidFill>
                  <a:schemeClr val="tx1"/>
                </a:solidFill>
              </a:rPr>
              <a:t>       </a:t>
            </a:r>
            <a:r>
              <a:rPr lang="en-PH" sz="1100" dirty="0">
                <a:solidFill>
                  <a:schemeClr val="tx1"/>
                </a:solidFill>
              </a:rPr>
              <a:t>Specification		     	    		         </a:t>
            </a:r>
            <a:r>
              <a:rPr lang="en-PH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View All &gt;</a:t>
            </a:r>
            <a:endParaRPr lang="en-PH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DA7BC63-A8E5-0938-0E0B-0D0D614C274A}"/>
              </a:ext>
            </a:extLst>
          </p:cNvPr>
          <p:cNvSpPr/>
          <p:nvPr/>
        </p:nvSpPr>
        <p:spPr>
          <a:xfrm>
            <a:off x="370971" y="7349082"/>
            <a:ext cx="1457820" cy="1671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b="1" dirty="0">
                <a:solidFill>
                  <a:schemeClr val="tx1"/>
                </a:solidFill>
              </a:rPr>
              <a:t>System Specifications</a:t>
            </a:r>
          </a:p>
          <a:p>
            <a:pPr algn="ctr"/>
            <a:endParaRPr lang="en-PH" sz="1200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469F306-EA68-FC98-117E-00AD18C4B857}"/>
              </a:ext>
            </a:extLst>
          </p:cNvPr>
          <p:cNvSpPr/>
          <p:nvPr/>
        </p:nvSpPr>
        <p:spPr>
          <a:xfrm>
            <a:off x="370971" y="7436087"/>
            <a:ext cx="3019152" cy="6982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500" b="1" dirty="0">
                <a:solidFill>
                  <a:schemeClr val="tx1"/>
                </a:solidFill>
              </a:rPr>
              <a:t>Starter Gaming Desktop PC</a:t>
            </a:r>
          </a:p>
          <a:p>
            <a:r>
              <a:rPr lang="en-PH" sz="500" b="1" dirty="0">
                <a:solidFill>
                  <a:schemeClr val="tx1"/>
                </a:solidFill>
              </a:rPr>
              <a:t>Budget-friendly system with integrated graphics, memory, and full modular PSU</a:t>
            </a:r>
            <a:endParaRPr lang="en-PH" sz="500" dirty="0">
              <a:solidFill>
                <a:schemeClr val="tx1"/>
              </a:solidFill>
            </a:endParaRPr>
          </a:p>
          <a:p>
            <a:r>
              <a:rPr lang="en-PH" sz="500" b="1" dirty="0">
                <a:solidFill>
                  <a:schemeClr val="tx1"/>
                </a:solidFill>
              </a:rPr>
              <a:t>Why Choose This PC?</a:t>
            </a:r>
          </a:p>
          <a:p>
            <a:r>
              <a:rPr lang="en-PH" sz="500" b="1" dirty="0">
                <a:solidFill>
                  <a:schemeClr val="tx1"/>
                </a:solidFill>
              </a:rPr>
              <a:t>No GPU Required</a:t>
            </a:r>
            <a:r>
              <a:rPr lang="en-PH" sz="500" dirty="0">
                <a:solidFill>
                  <a:schemeClr val="tx1"/>
                </a:solidFill>
              </a:rPr>
              <a:t> - Powerful integrated graphics handles gaming and work</a:t>
            </a:r>
          </a:p>
          <a:p>
            <a:r>
              <a:rPr lang="en-PH" sz="500" b="1" dirty="0">
                <a:solidFill>
                  <a:schemeClr val="tx1"/>
                </a:solidFill>
              </a:rPr>
              <a:t>Memory</a:t>
            </a:r>
            <a:r>
              <a:rPr lang="en-PH" sz="500" dirty="0">
                <a:solidFill>
                  <a:schemeClr val="tx1"/>
                </a:solidFill>
              </a:rPr>
              <a:t> - 16GB dual-channel DDR4 3200MHz with lighting</a:t>
            </a:r>
          </a:p>
          <a:p>
            <a:r>
              <a:rPr lang="en-PH" sz="500" b="1" dirty="0">
                <a:solidFill>
                  <a:schemeClr val="tx1"/>
                </a:solidFill>
              </a:rPr>
              <a:t>Fast SSD Storage</a:t>
            </a:r>
            <a:r>
              <a:rPr lang="en-PH" sz="500" dirty="0">
                <a:solidFill>
                  <a:schemeClr val="tx1"/>
                </a:solidFill>
              </a:rPr>
              <a:t> - Quick boot times and responsive performance</a:t>
            </a:r>
          </a:p>
          <a:p>
            <a:r>
              <a:rPr lang="en-PH" sz="500" b="1" dirty="0">
                <a:solidFill>
                  <a:schemeClr val="tx1"/>
                </a:solidFill>
              </a:rPr>
              <a:t>Full Modular PSU</a:t>
            </a:r>
            <a:r>
              <a:rPr lang="en-PH" sz="500" dirty="0">
                <a:solidFill>
                  <a:schemeClr val="tx1"/>
                </a:solidFill>
              </a:rPr>
              <a:t> - 80+ Bronze rated for clean cable management</a:t>
            </a:r>
          </a:p>
          <a:p>
            <a:r>
              <a:rPr lang="en-PH" sz="500" b="1" dirty="0">
                <a:solidFill>
                  <a:schemeClr val="tx1"/>
                </a:solidFill>
              </a:rPr>
              <a:t>Mesh Airflow Case</a:t>
            </a:r>
            <a:r>
              <a:rPr lang="en-PH" sz="500" dirty="0">
                <a:solidFill>
                  <a:schemeClr val="tx1"/>
                </a:solidFill>
              </a:rPr>
              <a:t> - Tempered glass side panel with optimized ventilation</a:t>
            </a: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765D9AEA-4097-B5D8-B3F5-677488D9EB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237013"/>
              </p:ext>
            </p:extLst>
          </p:nvPr>
        </p:nvGraphicFramePr>
        <p:xfrm>
          <a:off x="3127048" y="7308095"/>
          <a:ext cx="1749283" cy="826260"/>
        </p:xfrm>
        <a:graphic>
          <a:graphicData uri="http://schemas.openxmlformats.org/drawingml/2006/table">
            <a:tbl>
              <a:tblPr/>
              <a:tblGrid>
                <a:gridCol w="437320">
                  <a:extLst>
                    <a:ext uri="{9D8B030D-6E8A-4147-A177-3AD203B41FA5}">
                      <a16:colId xmlns:a16="http://schemas.microsoft.com/office/drawing/2014/main" val="2331730545"/>
                    </a:ext>
                  </a:extLst>
                </a:gridCol>
                <a:gridCol w="1311963">
                  <a:extLst>
                    <a:ext uri="{9D8B030D-6E8A-4147-A177-3AD203B41FA5}">
                      <a16:colId xmlns:a16="http://schemas.microsoft.com/office/drawing/2014/main" val="4038712483"/>
                    </a:ext>
                  </a:extLst>
                </a:gridCol>
              </a:tblGrid>
              <a:tr h="1826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sz="500" b="1">
                          <a:effectLst/>
                        </a:rPr>
                        <a:t>Processor</a:t>
                      </a:r>
                    </a:p>
                  </a:txBody>
                  <a:tcPr marL="18055" marR="18055" marT="18055" marB="18055" anchor="ctr">
                    <a:lnL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500">
                          <a:effectLst/>
                        </a:rPr>
                        <a:t>Ryzen 5 5500GT 3.6GHz APU with Integrated Graphics</a:t>
                      </a:r>
                    </a:p>
                  </a:txBody>
                  <a:tcPr marL="18055" marR="18055" marT="18055" marB="18055" anchor="ctr">
                    <a:lnL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450939"/>
                  </a:ext>
                </a:extLst>
              </a:tr>
              <a:tr h="1094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sz="500" b="1">
                          <a:effectLst/>
                        </a:rPr>
                        <a:t>Motherboard</a:t>
                      </a:r>
                    </a:p>
                  </a:txBody>
                  <a:tcPr marL="18055" marR="18055" marT="18055" marB="18055" anchor="ctr">
                    <a:lnL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500">
                          <a:effectLst/>
                        </a:rPr>
                        <a:t>B450M Micro-ATX, AM4 Socket, DDR4</a:t>
                      </a:r>
                    </a:p>
                  </a:txBody>
                  <a:tcPr marL="18055" marR="18055" marT="18055" marB="18055" anchor="ctr">
                    <a:lnL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258613"/>
                  </a:ext>
                </a:extLst>
              </a:tr>
              <a:tr h="1094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sz="500" b="1">
                          <a:effectLst/>
                        </a:rPr>
                        <a:t>Memory</a:t>
                      </a:r>
                    </a:p>
                  </a:txBody>
                  <a:tcPr marL="18055" marR="18055" marT="18055" marB="18055" anchor="ctr">
                    <a:lnL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500">
                          <a:effectLst/>
                        </a:rPr>
                        <a:t>16GB DDR4 3200MHz (2x8GB) - Black</a:t>
                      </a:r>
                    </a:p>
                  </a:txBody>
                  <a:tcPr marL="18055" marR="18055" marT="18055" marB="18055" anchor="ctr">
                    <a:lnL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407699"/>
                  </a:ext>
                </a:extLst>
              </a:tr>
              <a:tr h="1094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sz="500" b="1">
                          <a:effectLst/>
                        </a:rPr>
                        <a:t>Storage</a:t>
                      </a:r>
                    </a:p>
                  </a:txBody>
                  <a:tcPr marL="18055" marR="18055" marT="18055" marB="18055" anchor="ctr">
                    <a:lnL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sz="500">
                          <a:effectLst/>
                        </a:rPr>
                        <a:t>256GB SATA 2.5" SSD</a:t>
                      </a:r>
                    </a:p>
                  </a:txBody>
                  <a:tcPr marL="18055" marR="18055" marT="18055" marB="18055" anchor="ctr">
                    <a:lnL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797916"/>
                  </a:ext>
                </a:extLst>
              </a:tr>
              <a:tr h="1094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sz="500" b="1">
                          <a:effectLst/>
                        </a:rPr>
                        <a:t>Power Supply</a:t>
                      </a:r>
                    </a:p>
                  </a:txBody>
                  <a:tcPr marL="18055" marR="18055" marT="18055" marB="18055" anchor="ctr">
                    <a:lnL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500">
                          <a:effectLst/>
                        </a:rPr>
                        <a:t>550W Full Modular 80+ Bronze Power Supply</a:t>
                      </a:r>
                    </a:p>
                  </a:txBody>
                  <a:tcPr marL="18055" marR="18055" marT="18055" marB="18055" anchor="ctr">
                    <a:lnL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450875"/>
                  </a:ext>
                </a:extLst>
              </a:tr>
              <a:tr h="1826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sz="500" b="1">
                          <a:effectLst/>
                        </a:rPr>
                        <a:t>Case</a:t>
                      </a:r>
                    </a:p>
                  </a:txBody>
                  <a:tcPr marL="18055" marR="18055" marT="18055" marB="18055" anchor="ctr">
                    <a:lnL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500" dirty="0">
                          <a:effectLst/>
                        </a:rPr>
                        <a:t>Mesh Micro-ATX Tempered Glass Side Gaming PC Case - Black</a:t>
                      </a:r>
                    </a:p>
                  </a:txBody>
                  <a:tcPr marL="18055" marR="18055" marT="18055" marB="18055" anchor="ctr">
                    <a:lnL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91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80672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F68E9-68C7-D5D4-9F16-C19B3A67E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7924A5-9786-4097-D511-ED1E26449402}"/>
              </a:ext>
            </a:extLst>
          </p:cNvPr>
          <p:cNvSpPr/>
          <p:nvPr/>
        </p:nvSpPr>
        <p:spPr>
          <a:xfrm>
            <a:off x="-72571" y="-42873"/>
            <a:ext cx="7006771" cy="518844"/>
          </a:xfrm>
          <a:prstGeom prst="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F8FD4C6F-FAFA-61FA-6F4A-4BA63E6B0F1E}"/>
              </a:ext>
            </a:extLst>
          </p:cNvPr>
          <p:cNvSpPr/>
          <p:nvPr/>
        </p:nvSpPr>
        <p:spPr>
          <a:xfrm>
            <a:off x="1650206" y="110326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F2A153-F460-E876-5E40-22325B1F18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95" y="-203104"/>
            <a:ext cx="867300" cy="867300"/>
          </a:xfrm>
          <a:prstGeom prst="rect">
            <a:avLst/>
          </a:prstGeom>
        </p:spPr>
      </p:pic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3B66D8D8-9352-1835-5EFF-64C217C733FB}"/>
              </a:ext>
            </a:extLst>
          </p:cNvPr>
          <p:cNvSpPr/>
          <p:nvPr/>
        </p:nvSpPr>
        <p:spPr>
          <a:xfrm>
            <a:off x="4136231" y="110330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F646C5-6FD0-33DA-DC5A-6ECE3DEA8A42}"/>
              </a:ext>
            </a:extLst>
          </p:cNvPr>
          <p:cNvSpPr/>
          <p:nvPr/>
        </p:nvSpPr>
        <p:spPr>
          <a:xfrm>
            <a:off x="1975247" y="110327"/>
            <a:ext cx="2407444" cy="2409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4F2672-85F2-436B-F1FE-F8CE5AB785FD}"/>
              </a:ext>
            </a:extLst>
          </p:cNvPr>
          <p:cNvSpPr txBox="1"/>
          <p:nvPr/>
        </p:nvSpPr>
        <p:spPr>
          <a:xfrm>
            <a:off x="1735931" y="123206"/>
            <a:ext cx="48577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>
                <a:solidFill>
                  <a:schemeClr val="bg1">
                    <a:lumMod val="50000"/>
                  </a:schemeClr>
                </a:solidFill>
              </a:rPr>
              <a:t>Search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84ED4E-DE5C-2C61-723F-B8A88C1BA6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789" y="178711"/>
            <a:ext cx="114300" cy="114300"/>
          </a:xfrm>
          <a:prstGeom prst="rect">
            <a:avLst/>
          </a:prstGeom>
        </p:spPr>
      </p:pic>
      <p:pic>
        <p:nvPicPr>
          <p:cNvPr id="13" name="Picture 12">
            <a:hlinkClick r:id="rId4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C06924F6-CEB7-64D7-60B9-D815E0D3C6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124" y="166580"/>
            <a:ext cx="175426" cy="1754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DB1CEF-9504-BE7E-141D-60FF230FA9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975" y="153571"/>
            <a:ext cx="191297" cy="188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8C2A566-0FBC-3772-B1BF-34810A57BE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593" y="147861"/>
            <a:ext cx="195732" cy="195732"/>
          </a:xfrm>
          <a:prstGeom prst="rect">
            <a:avLst/>
          </a:prstGeom>
        </p:spPr>
      </p:pic>
      <p:pic>
        <p:nvPicPr>
          <p:cNvPr id="16" name="Picture 15">
            <a:hlinkClick r:id="rId9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44F5CADA-BDA6-0D0E-B176-3BAFD712496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16" y="114028"/>
            <a:ext cx="246459" cy="246459"/>
          </a:xfrm>
          <a:prstGeom prst="rect">
            <a:avLst/>
          </a:prstGeom>
        </p:spPr>
      </p:pic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93219D60-DD2E-364E-4930-FE8A61AEEFDE}"/>
              </a:ext>
            </a:extLst>
          </p:cNvPr>
          <p:cNvSpPr/>
          <p:nvPr/>
        </p:nvSpPr>
        <p:spPr>
          <a:xfrm>
            <a:off x="-72571" y="8284021"/>
            <a:ext cx="7006771" cy="1999349"/>
          </a:xfrm>
          <a:prstGeom prst="round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4C14180C-0DCC-E416-7857-F1F10660DDC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516" y="8269121"/>
            <a:ext cx="1668550" cy="1668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326BDE-EB45-919B-4837-767055B0024E}"/>
              </a:ext>
            </a:extLst>
          </p:cNvPr>
          <p:cNvSpPr txBox="1"/>
          <p:nvPr/>
        </p:nvSpPr>
        <p:spPr>
          <a:xfrm>
            <a:off x="678266" y="8505808"/>
            <a:ext cx="131881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CUSTOMER SERVICE</a:t>
            </a:r>
          </a:p>
          <a:p>
            <a:endParaRPr lang="en-PH" sz="12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Cancellation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Delivery</a:t>
            </a:r>
          </a:p>
          <a:p>
            <a:r>
              <a:rPr lang="en-PH" sz="600" dirty="0">
                <a:solidFill>
                  <a:schemeClr val="bg1"/>
                </a:solidFill>
              </a:rPr>
              <a:t>Order Verification</a:t>
            </a:r>
          </a:p>
          <a:p>
            <a:r>
              <a:rPr lang="en-PH" sz="600" dirty="0">
                <a:solidFill>
                  <a:schemeClr val="bg1"/>
                </a:solidFill>
              </a:rPr>
              <a:t>Payment 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Privacy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Terms and Conditions</a:t>
            </a:r>
          </a:p>
          <a:p>
            <a:r>
              <a:rPr lang="en-PH" sz="600" dirty="0">
                <a:solidFill>
                  <a:schemeClr val="bg1"/>
                </a:solidFill>
              </a:rPr>
              <a:t>Warranty</a:t>
            </a:r>
            <a:endParaRPr lang="en-PH" sz="11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DBC3A-DF24-9ECB-EA35-142F45503771}"/>
              </a:ext>
            </a:extLst>
          </p:cNvPr>
          <p:cNvSpPr txBox="1"/>
          <p:nvPr/>
        </p:nvSpPr>
        <p:spPr>
          <a:xfrm>
            <a:off x="1996061" y="8505808"/>
            <a:ext cx="1318813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COMPANY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Careers</a:t>
            </a:r>
          </a:p>
          <a:p>
            <a:r>
              <a:rPr lang="en-PH" sz="600" dirty="0">
                <a:solidFill>
                  <a:schemeClr val="bg1"/>
                </a:solidFill>
              </a:rPr>
              <a:t>Contact Us</a:t>
            </a:r>
          </a:p>
          <a:p>
            <a:r>
              <a:rPr lang="en-PH" sz="600" dirty="0">
                <a:solidFill>
                  <a:schemeClr val="bg1"/>
                </a:solidFill>
              </a:rPr>
              <a:t>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News and Articles</a:t>
            </a:r>
          </a:p>
          <a:p>
            <a:r>
              <a:rPr lang="en-PH" sz="600" dirty="0">
                <a:solidFill>
                  <a:schemeClr val="bg1"/>
                </a:solidFill>
              </a:rPr>
              <a:t>Our Company</a:t>
            </a:r>
          </a:p>
          <a:p>
            <a:r>
              <a:rPr lang="en-PH" sz="600" dirty="0">
                <a:solidFill>
                  <a:schemeClr val="bg1"/>
                </a:solidFill>
              </a:rPr>
              <a:t>Reviews</a:t>
            </a:r>
          </a:p>
          <a:p>
            <a:r>
              <a:rPr lang="en-PH" sz="600" dirty="0">
                <a:solidFill>
                  <a:schemeClr val="bg1"/>
                </a:solidFill>
              </a:rPr>
              <a:t>Store Locations</a:t>
            </a:r>
            <a:endParaRPr lang="en-PH" sz="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416151-9E26-FE07-049B-3813B8CD2403}"/>
              </a:ext>
            </a:extLst>
          </p:cNvPr>
          <p:cNvSpPr txBox="1"/>
          <p:nvPr/>
        </p:nvSpPr>
        <p:spPr>
          <a:xfrm>
            <a:off x="3000937" y="8508634"/>
            <a:ext cx="131881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LINKS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Gadget Spot Corporate</a:t>
            </a:r>
          </a:p>
          <a:p>
            <a:r>
              <a:rPr lang="en-PH" sz="600" dirty="0">
                <a:solidFill>
                  <a:schemeClr val="bg1"/>
                </a:solidFill>
              </a:rPr>
              <a:t>Gadget Spot Community</a:t>
            </a:r>
          </a:p>
          <a:p>
            <a:r>
              <a:rPr lang="en-PH" sz="600" dirty="0">
                <a:solidFill>
                  <a:schemeClr val="bg1"/>
                </a:solidFill>
              </a:rPr>
              <a:t>Lazada Official Store</a:t>
            </a:r>
          </a:p>
          <a:p>
            <a:r>
              <a:rPr lang="en-PH" sz="600" dirty="0">
                <a:solidFill>
                  <a:schemeClr val="bg1"/>
                </a:solidFill>
              </a:rPr>
              <a:t>Shopee Official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84A86F-019F-0ED7-D162-FD77929D87CD}"/>
              </a:ext>
            </a:extLst>
          </p:cNvPr>
          <p:cNvSpPr txBox="1"/>
          <p:nvPr/>
        </p:nvSpPr>
        <p:spPr>
          <a:xfrm>
            <a:off x="2808861" y="9712247"/>
            <a:ext cx="1362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50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©2026 Gadget SPOT. ALL RIGHTS RESERVED</a:t>
            </a:r>
            <a:endParaRPr lang="en-PH" sz="5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5CD5DA-AF6E-A53F-4951-66A9593FBE0D}"/>
              </a:ext>
            </a:extLst>
          </p:cNvPr>
          <p:cNvSpPr/>
          <p:nvPr/>
        </p:nvSpPr>
        <p:spPr>
          <a:xfrm>
            <a:off x="-72571" y="488964"/>
            <a:ext cx="7006771" cy="26125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dirty="0">
                <a:solidFill>
                  <a:schemeClr val="tx1"/>
                </a:solidFill>
              </a:rPr>
              <a:t>       </a:t>
            </a:r>
            <a:r>
              <a:rPr lang="en-PH" sz="1400" dirty="0">
                <a:solidFill>
                  <a:schemeClr val="tx1"/>
                </a:solidFill>
              </a:rPr>
              <a:t>4.8     </a:t>
            </a:r>
            <a:r>
              <a:rPr lang="en-PH" sz="1100" dirty="0">
                <a:solidFill>
                  <a:schemeClr val="tx1"/>
                </a:solidFill>
              </a:rPr>
              <a:t>Product Ratings (117)		     	    	         </a:t>
            </a:r>
            <a:endParaRPr lang="en-PH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Left Arrow 27">
            <a:hlinkClick r:id="rId12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46589014-1E42-634E-5E0A-0D71498B96E7}"/>
              </a:ext>
            </a:extLst>
          </p:cNvPr>
          <p:cNvSpPr/>
          <p:nvPr/>
        </p:nvSpPr>
        <p:spPr>
          <a:xfrm>
            <a:off x="5855318" y="472010"/>
            <a:ext cx="570412" cy="295163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900" dirty="0">
                <a:latin typeface="Franklin Gothic Medium" panose="020B0603020102020204" pitchFamily="34" charset="0"/>
              </a:rPr>
              <a:t>Back</a:t>
            </a:r>
          </a:p>
        </p:txBody>
      </p:sp>
      <p:sp>
        <p:nvSpPr>
          <p:cNvPr id="23" name="Star: 5 Points 22">
            <a:extLst>
              <a:ext uri="{FF2B5EF4-FFF2-40B4-BE49-F238E27FC236}">
                <a16:creationId xmlns:a16="http://schemas.microsoft.com/office/drawing/2014/main" id="{B330DC14-2220-0BB7-6D7D-C68DEEA53BBD}"/>
              </a:ext>
            </a:extLst>
          </p:cNvPr>
          <p:cNvSpPr/>
          <p:nvPr/>
        </p:nvSpPr>
        <p:spPr>
          <a:xfrm flipH="1">
            <a:off x="654341" y="585544"/>
            <a:ext cx="100749" cy="100749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D9F22BA-4BEA-083D-7A95-E0E0E3940094}"/>
              </a:ext>
            </a:extLst>
          </p:cNvPr>
          <p:cNvSpPr/>
          <p:nvPr/>
        </p:nvSpPr>
        <p:spPr>
          <a:xfrm>
            <a:off x="370971" y="964275"/>
            <a:ext cx="216000" cy="216000"/>
          </a:xfrm>
          <a:prstGeom prst="ellipse">
            <a:avLst/>
          </a:prstGeom>
          <a:blipFill dpi="0"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BBA896-4BD2-D48C-2900-B94BEF2E0CC8}"/>
              </a:ext>
            </a:extLst>
          </p:cNvPr>
          <p:cNvSpPr/>
          <p:nvPr/>
        </p:nvSpPr>
        <p:spPr>
          <a:xfrm>
            <a:off x="550505" y="964276"/>
            <a:ext cx="1526061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0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User54321098765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2F17D7D-B6EC-2D25-E3F2-02486D08BE48}"/>
              </a:ext>
            </a:extLst>
          </p:cNvPr>
          <p:cNvSpPr/>
          <p:nvPr/>
        </p:nvSpPr>
        <p:spPr>
          <a:xfrm>
            <a:off x="370971" y="1345489"/>
            <a:ext cx="5965095" cy="4310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050" dirty="0">
                <a:solidFill>
                  <a:schemeClr val="tx1"/>
                </a:solidFill>
              </a:rPr>
              <a:t>Ang </a:t>
            </a:r>
            <a:r>
              <a:rPr lang="en-PH" sz="1050" dirty="0" err="1">
                <a:solidFill>
                  <a:schemeClr val="tx1"/>
                </a:solidFill>
              </a:rPr>
              <a:t>ganda</a:t>
            </a:r>
            <a:r>
              <a:rPr lang="en-PH" sz="1050" dirty="0">
                <a:solidFill>
                  <a:schemeClr val="tx1"/>
                </a:solidFill>
              </a:rPr>
              <a:t> </a:t>
            </a:r>
            <a:r>
              <a:rPr lang="en-PH" sz="1050" dirty="0" err="1">
                <a:solidFill>
                  <a:schemeClr val="tx1"/>
                </a:solidFill>
              </a:rPr>
              <a:t>talaga</a:t>
            </a:r>
            <a:r>
              <a:rPr lang="en-PH" sz="1050" dirty="0">
                <a:solidFill>
                  <a:schemeClr val="tx1"/>
                </a:solidFill>
              </a:rPr>
              <a:t> basta </a:t>
            </a:r>
            <a:r>
              <a:rPr lang="en-PH" sz="1050" dirty="0" err="1">
                <a:solidFill>
                  <a:schemeClr val="tx1"/>
                </a:solidFill>
              </a:rPr>
              <a:t>MSi</a:t>
            </a:r>
            <a:r>
              <a:rPr lang="en-PH" sz="1050" dirty="0">
                <a:solidFill>
                  <a:schemeClr val="tx1"/>
                </a:solidFill>
              </a:rPr>
              <a:t> ang </a:t>
            </a:r>
            <a:r>
              <a:rPr lang="en-PH" sz="1050" dirty="0" err="1">
                <a:solidFill>
                  <a:schemeClr val="tx1"/>
                </a:solidFill>
              </a:rPr>
              <a:t>ganda</a:t>
            </a:r>
            <a:r>
              <a:rPr lang="en-PH" sz="1050" dirty="0">
                <a:solidFill>
                  <a:schemeClr val="tx1"/>
                </a:solidFill>
              </a:rPr>
              <a:t> ng airflow </a:t>
            </a:r>
            <a:r>
              <a:rPr lang="en-PH" sz="1050" dirty="0" err="1">
                <a:solidFill>
                  <a:schemeClr val="tx1"/>
                </a:solidFill>
              </a:rPr>
              <a:t>tapos</a:t>
            </a:r>
            <a:r>
              <a:rPr lang="en-PH" sz="1050" dirty="0">
                <a:solidFill>
                  <a:schemeClr val="tx1"/>
                </a:solidFill>
              </a:rPr>
              <a:t> may </a:t>
            </a:r>
            <a:r>
              <a:rPr lang="en-PH" sz="1050" dirty="0" err="1">
                <a:solidFill>
                  <a:schemeClr val="tx1"/>
                </a:solidFill>
              </a:rPr>
              <a:t>kasama</a:t>
            </a:r>
            <a:r>
              <a:rPr lang="en-PH" sz="1050" dirty="0">
                <a:solidFill>
                  <a:schemeClr val="tx1"/>
                </a:solidFill>
              </a:rPr>
              <a:t> </a:t>
            </a:r>
            <a:r>
              <a:rPr lang="en-PH" sz="1050" dirty="0" err="1">
                <a:solidFill>
                  <a:schemeClr val="tx1"/>
                </a:solidFill>
              </a:rPr>
              <a:t>na</a:t>
            </a:r>
            <a:r>
              <a:rPr lang="en-PH" sz="1050" dirty="0">
                <a:solidFill>
                  <a:schemeClr val="tx1"/>
                </a:solidFill>
              </a:rPr>
              <a:t> 4 fans </a:t>
            </a:r>
            <a:r>
              <a:rPr lang="en-PH" sz="1050" dirty="0" err="1">
                <a:solidFill>
                  <a:schemeClr val="tx1"/>
                </a:solidFill>
              </a:rPr>
              <a:t>na</a:t>
            </a:r>
            <a:r>
              <a:rPr lang="en-PH" sz="1050" dirty="0">
                <a:solidFill>
                  <a:schemeClr val="tx1"/>
                </a:solidFill>
              </a:rPr>
              <a:t> </a:t>
            </a:r>
            <a:r>
              <a:rPr lang="en-PH" sz="1050" dirty="0" err="1">
                <a:solidFill>
                  <a:schemeClr val="tx1"/>
                </a:solidFill>
              </a:rPr>
              <a:t>argb</a:t>
            </a:r>
            <a:r>
              <a:rPr lang="en-PH" sz="1050" dirty="0">
                <a:solidFill>
                  <a:schemeClr val="tx1"/>
                </a:solidFill>
              </a:rPr>
              <a:t> </a:t>
            </a:r>
            <a:r>
              <a:rPr lang="en-PH" sz="1050" dirty="0" err="1">
                <a:solidFill>
                  <a:schemeClr val="tx1"/>
                </a:solidFill>
              </a:rPr>
              <a:t>panalong</a:t>
            </a:r>
            <a:r>
              <a:rPr lang="en-PH" sz="1050" dirty="0">
                <a:solidFill>
                  <a:schemeClr val="tx1"/>
                </a:solidFill>
              </a:rPr>
              <a:t> </a:t>
            </a:r>
            <a:r>
              <a:rPr lang="en-PH" sz="1050" dirty="0" err="1">
                <a:solidFill>
                  <a:schemeClr val="tx1"/>
                </a:solidFill>
              </a:rPr>
              <a:t>panalo</a:t>
            </a:r>
            <a:r>
              <a:rPr lang="en-PH" sz="1050" dirty="0">
                <a:solidFill>
                  <a:schemeClr val="tx1"/>
                </a:solidFill>
              </a:rPr>
              <a:t> </a:t>
            </a:r>
            <a:r>
              <a:rPr lang="en-PH" sz="1050" dirty="0" err="1">
                <a:solidFill>
                  <a:schemeClr val="tx1"/>
                </a:solidFill>
              </a:rPr>
              <a:t>sulit</a:t>
            </a:r>
            <a:r>
              <a:rPr lang="en-PH" sz="1050" dirty="0">
                <a:solidFill>
                  <a:schemeClr val="tx1"/>
                </a:solidFill>
              </a:rPr>
              <a:t> </a:t>
            </a:r>
            <a:r>
              <a:rPr lang="en-PH" sz="1050" dirty="0" err="1">
                <a:solidFill>
                  <a:schemeClr val="tx1"/>
                </a:solidFill>
              </a:rPr>
              <a:t>tapos</a:t>
            </a:r>
            <a:r>
              <a:rPr lang="en-PH" sz="1050" dirty="0">
                <a:solidFill>
                  <a:schemeClr val="tx1"/>
                </a:solidFill>
              </a:rPr>
              <a:t> may voucher </a:t>
            </a:r>
            <a:r>
              <a:rPr lang="en-PH" sz="1050" dirty="0" err="1">
                <a:solidFill>
                  <a:schemeClr val="tx1"/>
                </a:solidFill>
              </a:rPr>
              <a:t>nakatipid</a:t>
            </a:r>
            <a:r>
              <a:rPr lang="en-PH" sz="1050" dirty="0">
                <a:solidFill>
                  <a:schemeClr val="tx1"/>
                </a:solidFill>
              </a:rPr>
              <a:t> pa </a:t>
            </a:r>
            <a:r>
              <a:rPr lang="en-PH" sz="1050" dirty="0" err="1">
                <a:solidFill>
                  <a:schemeClr val="tx1"/>
                </a:solidFill>
              </a:rPr>
              <a:t>ako</a:t>
            </a:r>
            <a:r>
              <a:rPr lang="en-PH" sz="1050" dirty="0">
                <a:solidFill>
                  <a:schemeClr val="tx1"/>
                </a:solidFill>
              </a:rPr>
              <a:t> </a:t>
            </a:r>
            <a:r>
              <a:rPr lang="en-PH" sz="1050" dirty="0" err="1">
                <a:solidFill>
                  <a:schemeClr val="tx1"/>
                </a:solidFill>
              </a:rPr>
              <a:t>panalo</a:t>
            </a:r>
            <a:r>
              <a:rPr lang="en-PH" sz="1050" dirty="0"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0" name="Star: 5 Points 29">
            <a:extLst>
              <a:ext uri="{FF2B5EF4-FFF2-40B4-BE49-F238E27FC236}">
                <a16:creationId xmlns:a16="http://schemas.microsoft.com/office/drawing/2014/main" id="{631076DE-01D3-5BE1-4332-D628A0D94852}"/>
              </a:ext>
            </a:extLst>
          </p:cNvPr>
          <p:cNvSpPr/>
          <p:nvPr/>
        </p:nvSpPr>
        <p:spPr>
          <a:xfrm flipH="1">
            <a:off x="439800" y="1240205"/>
            <a:ext cx="78341" cy="78341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Star: 5 Points 30">
            <a:extLst>
              <a:ext uri="{FF2B5EF4-FFF2-40B4-BE49-F238E27FC236}">
                <a16:creationId xmlns:a16="http://schemas.microsoft.com/office/drawing/2014/main" id="{B982E706-FDCD-3E7C-7D24-A3DCFD193A50}"/>
              </a:ext>
            </a:extLst>
          </p:cNvPr>
          <p:cNvSpPr/>
          <p:nvPr/>
        </p:nvSpPr>
        <p:spPr>
          <a:xfrm flipH="1">
            <a:off x="576000" y="1240205"/>
            <a:ext cx="78341" cy="78341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4E1382B6-B4CC-B469-9B08-432DD8DAE77E}"/>
              </a:ext>
            </a:extLst>
          </p:cNvPr>
          <p:cNvSpPr/>
          <p:nvPr/>
        </p:nvSpPr>
        <p:spPr>
          <a:xfrm flipH="1">
            <a:off x="712200" y="1239906"/>
            <a:ext cx="78341" cy="78341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E92ADE02-B8FA-9572-CF0B-A2D22125EF08}"/>
              </a:ext>
            </a:extLst>
          </p:cNvPr>
          <p:cNvSpPr/>
          <p:nvPr/>
        </p:nvSpPr>
        <p:spPr>
          <a:xfrm flipH="1">
            <a:off x="848400" y="1239906"/>
            <a:ext cx="78341" cy="78341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Star: 5 Points 33">
            <a:extLst>
              <a:ext uri="{FF2B5EF4-FFF2-40B4-BE49-F238E27FC236}">
                <a16:creationId xmlns:a16="http://schemas.microsoft.com/office/drawing/2014/main" id="{82C0D8F1-B96D-73AC-F431-2F8A9AE0186B}"/>
              </a:ext>
            </a:extLst>
          </p:cNvPr>
          <p:cNvSpPr/>
          <p:nvPr/>
        </p:nvSpPr>
        <p:spPr>
          <a:xfrm flipH="1">
            <a:off x="984600" y="1239906"/>
            <a:ext cx="78341" cy="78341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10BA3F-6509-5FD6-BE59-C16B81165463}"/>
              </a:ext>
            </a:extLst>
          </p:cNvPr>
          <p:cNvSpPr/>
          <p:nvPr/>
        </p:nvSpPr>
        <p:spPr>
          <a:xfrm>
            <a:off x="450798" y="1827362"/>
            <a:ext cx="1368000" cy="1367245"/>
          </a:xfrm>
          <a:prstGeom prst="rect">
            <a:avLst/>
          </a:prstGeom>
          <a:blipFill dpi="0"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D74F337-4200-7686-15C2-3A326C9A37D1}"/>
              </a:ext>
            </a:extLst>
          </p:cNvPr>
          <p:cNvSpPr/>
          <p:nvPr/>
        </p:nvSpPr>
        <p:spPr>
          <a:xfrm>
            <a:off x="1981210" y="1827361"/>
            <a:ext cx="1368000" cy="1367245"/>
          </a:xfrm>
          <a:prstGeom prst="rect">
            <a:avLst/>
          </a:prstGeom>
          <a:blipFill dpi="0"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71F0C31-598E-E5F9-2180-55DD462C8537}"/>
              </a:ext>
            </a:extLst>
          </p:cNvPr>
          <p:cNvSpPr/>
          <p:nvPr/>
        </p:nvSpPr>
        <p:spPr>
          <a:xfrm>
            <a:off x="3510339" y="1827360"/>
            <a:ext cx="1368000" cy="1367245"/>
          </a:xfrm>
          <a:prstGeom prst="rect">
            <a:avLst/>
          </a:prstGeom>
          <a:blipFill dpi="0" rotWithShape="1"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558315A-F666-EAF5-ADAB-E660555A930D}"/>
              </a:ext>
            </a:extLst>
          </p:cNvPr>
          <p:cNvSpPr/>
          <p:nvPr/>
        </p:nvSpPr>
        <p:spPr>
          <a:xfrm>
            <a:off x="5046373" y="1827359"/>
            <a:ext cx="1368000" cy="1367245"/>
          </a:xfrm>
          <a:prstGeom prst="rect">
            <a:avLst/>
          </a:prstGeom>
          <a:blipFill dpi="0" rotWithShape="1"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B432B9F-AB9F-10C8-4CD7-BF346D1B1E42}"/>
              </a:ext>
            </a:extLst>
          </p:cNvPr>
          <p:cNvSpPr/>
          <p:nvPr/>
        </p:nvSpPr>
        <p:spPr>
          <a:xfrm>
            <a:off x="370971" y="3431929"/>
            <a:ext cx="216000" cy="216000"/>
          </a:xfrm>
          <a:prstGeom prst="ellipse">
            <a:avLst/>
          </a:prstGeom>
          <a:blipFill dpi="0"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7902FBC-9CB5-5CAB-180A-75B5A3742454}"/>
              </a:ext>
            </a:extLst>
          </p:cNvPr>
          <p:cNvSpPr/>
          <p:nvPr/>
        </p:nvSpPr>
        <p:spPr>
          <a:xfrm>
            <a:off x="550505" y="3431930"/>
            <a:ext cx="1526061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0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User54321098765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C8673B2-30B6-8F2E-E263-A4E974B53A52}"/>
              </a:ext>
            </a:extLst>
          </p:cNvPr>
          <p:cNvSpPr/>
          <p:nvPr/>
        </p:nvSpPr>
        <p:spPr>
          <a:xfrm>
            <a:off x="370971" y="3813143"/>
            <a:ext cx="5965095" cy="4310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050" dirty="0">
                <a:solidFill>
                  <a:schemeClr val="tx1"/>
                </a:solidFill>
              </a:rPr>
              <a:t>Working. Thanks, </a:t>
            </a:r>
            <a:r>
              <a:rPr lang="en-PH" sz="1050" dirty="0" err="1">
                <a:solidFill>
                  <a:schemeClr val="tx1"/>
                </a:solidFill>
              </a:rPr>
              <a:t>GadgetSpot</a:t>
            </a:r>
            <a:r>
              <a:rPr lang="en-PH" sz="1050" dirty="0"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48" name="Star: 5 Points 47">
            <a:extLst>
              <a:ext uri="{FF2B5EF4-FFF2-40B4-BE49-F238E27FC236}">
                <a16:creationId xmlns:a16="http://schemas.microsoft.com/office/drawing/2014/main" id="{B64A916B-3158-4F88-9D00-B160BC32A8C9}"/>
              </a:ext>
            </a:extLst>
          </p:cNvPr>
          <p:cNvSpPr/>
          <p:nvPr/>
        </p:nvSpPr>
        <p:spPr>
          <a:xfrm flipH="1">
            <a:off x="439800" y="3771354"/>
            <a:ext cx="78341" cy="78341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CC1F4F26-C56C-0E5F-A66F-32867D854D97}"/>
              </a:ext>
            </a:extLst>
          </p:cNvPr>
          <p:cNvSpPr/>
          <p:nvPr/>
        </p:nvSpPr>
        <p:spPr>
          <a:xfrm flipH="1">
            <a:off x="576000" y="3771354"/>
            <a:ext cx="78341" cy="78341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0" name="Star: 5 Points 49">
            <a:extLst>
              <a:ext uri="{FF2B5EF4-FFF2-40B4-BE49-F238E27FC236}">
                <a16:creationId xmlns:a16="http://schemas.microsoft.com/office/drawing/2014/main" id="{19979935-F165-3960-3CE3-9B0C9D13DB82}"/>
              </a:ext>
            </a:extLst>
          </p:cNvPr>
          <p:cNvSpPr/>
          <p:nvPr/>
        </p:nvSpPr>
        <p:spPr>
          <a:xfrm flipH="1">
            <a:off x="712200" y="3771055"/>
            <a:ext cx="78341" cy="78341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1" name="Star: 5 Points 50">
            <a:extLst>
              <a:ext uri="{FF2B5EF4-FFF2-40B4-BE49-F238E27FC236}">
                <a16:creationId xmlns:a16="http://schemas.microsoft.com/office/drawing/2014/main" id="{4458F5AC-78A1-2686-C557-3BB5094EDE79}"/>
              </a:ext>
            </a:extLst>
          </p:cNvPr>
          <p:cNvSpPr/>
          <p:nvPr/>
        </p:nvSpPr>
        <p:spPr>
          <a:xfrm flipH="1">
            <a:off x="848400" y="3771055"/>
            <a:ext cx="78341" cy="78341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2" name="Star: 5 Points 51">
            <a:extLst>
              <a:ext uri="{FF2B5EF4-FFF2-40B4-BE49-F238E27FC236}">
                <a16:creationId xmlns:a16="http://schemas.microsoft.com/office/drawing/2014/main" id="{3669595D-5ACF-5EE3-B93A-42491EFDB541}"/>
              </a:ext>
            </a:extLst>
          </p:cNvPr>
          <p:cNvSpPr/>
          <p:nvPr/>
        </p:nvSpPr>
        <p:spPr>
          <a:xfrm flipH="1">
            <a:off x="984600" y="3771055"/>
            <a:ext cx="78341" cy="78341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6A2C372-3F05-D135-5A95-D0230D56AA62}"/>
              </a:ext>
            </a:extLst>
          </p:cNvPr>
          <p:cNvSpPr/>
          <p:nvPr/>
        </p:nvSpPr>
        <p:spPr>
          <a:xfrm>
            <a:off x="443541" y="4251474"/>
            <a:ext cx="1368000" cy="1367245"/>
          </a:xfrm>
          <a:prstGeom prst="rect">
            <a:avLst/>
          </a:prstGeom>
          <a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3C84198-3E5D-0EDA-612E-B9178611D2C3}"/>
              </a:ext>
            </a:extLst>
          </p:cNvPr>
          <p:cNvSpPr/>
          <p:nvPr/>
        </p:nvSpPr>
        <p:spPr>
          <a:xfrm>
            <a:off x="1973953" y="4251473"/>
            <a:ext cx="1368000" cy="1367245"/>
          </a:xfrm>
          <a:prstGeom prst="rect">
            <a:avLst/>
          </a:prstGeom>
          <a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504D9BD-9EC9-339D-3E10-754A44749053}"/>
              </a:ext>
            </a:extLst>
          </p:cNvPr>
          <p:cNvSpPr/>
          <p:nvPr/>
        </p:nvSpPr>
        <p:spPr>
          <a:xfrm>
            <a:off x="3503082" y="4251472"/>
            <a:ext cx="1368000" cy="1367245"/>
          </a:xfrm>
          <a:prstGeom prst="rect">
            <a:avLst/>
          </a:prstGeom>
          <a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B0413BB-ECA9-2C24-15F4-1AB52E826636}"/>
              </a:ext>
            </a:extLst>
          </p:cNvPr>
          <p:cNvSpPr/>
          <p:nvPr/>
        </p:nvSpPr>
        <p:spPr>
          <a:xfrm>
            <a:off x="5039116" y="4251471"/>
            <a:ext cx="1368000" cy="1367245"/>
          </a:xfrm>
          <a:prstGeom prst="rect">
            <a:avLst/>
          </a:prstGeom>
          <a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CC9F9B8-7493-3A09-6B77-E84F00537142}"/>
              </a:ext>
            </a:extLst>
          </p:cNvPr>
          <p:cNvSpPr/>
          <p:nvPr/>
        </p:nvSpPr>
        <p:spPr>
          <a:xfrm>
            <a:off x="370971" y="5906963"/>
            <a:ext cx="216000" cy="216000"/>
          </a:xfrm>
          <a:prstGeom prst="ellipse">
            <a:avLst/>
          </a:prstGeom>
          <a:blipFill dpi="0"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046AA-D2D7-971E-4603-0D1658E63A8A}"/>
              </a:ext>
            </a:extLst>
          </p:cNvPr>
          <p:cNvSpPr/>
          <p:nvPr/>
        </p:nvSpPr>
        <p:spPr>
          <a:xfrm>
            <a:off x="550505" y="5906964"/>
            <a:ext cx="1526061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0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User54321098765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7A3B97B-4442-F6DE-F04A-26273AD3FA5D}"/>
              </a:ext>
            </a:extLst>
          </p:cNvPr>
          <p:cNvSpPr/>
          <p:nvPr/>
        </p:nvSpPr>
        <p:spPr>
          <a:xfrm>
            <a:off x="370971" y="6288177"/>
            <a:ext cx="5965095" cy="4310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050" dirty="0">
                <a:solidFill>
                  <a:schemeClr val="tx1"/>
                </a:solidFill>
              </a:rPr>
              <a:t>Nice. Ang </a:t>
            </a:r>
            <a:r>
              <a:rPr lang="en-PH" sz="1050" dirty="0" err="1">
                <a:solidFill>
                  <a:schemeClr val="tx1"/>
                </a:solidFill>
              </a:rPr>
              <a:t>Gandaaaa</a:t>
            </a:r>
            <a:r>
              <a:rPr lang="en-PH" sz="1050" dirty="0">
                <a:solidFill>
                  <a:schemeClr val="tx1"/>
                </a:solidFill>
              </a:rPr>
              <a:t>!!!</a:t>
            </a:r>
          </a:p>
        </p:txBody>
      </p:sp>
      <p:sp>
        <p:nvSpPr>
          <p:cNvPr id="60" name="Star: 5 Points 59">
            <a:extLst>
              <a:ext uri="{FF2B5EF4-FFF2-40B4-BE49-F238E27FC236}">
                <a16:creationId xmlns:a16="http://schemas.microsoft.com/office/drawing/2014/main" id="{EF42D36A-FAFF-302D-4AC5-9DCFC5F80E44}"/>
              </a:ext>
            </a:extLst>
          </p:cNvPr>
          <p:cNvSpPr/>
          <p:nvPr/>
        </p:nvSpPr>
        <p:spPr>
          <a:xfrm flipH="1">
            <a:off x="445244" y="6240039"/>
            <a:ext cx="78341" cy="78341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1" name="Star: 5 Points 60">
            <a:extLst>
              <a:ext uri="{FF2B5EF4-FFF2-40B4-BE49-F238E27FC236}">
                <a16:creationId xmlns:a16="http://schemas.microsoft.com/office/drawing/2014/main" id="{2A0ABE35-5CF8-F485-D1DF-08C53752E557}"/>
              </a:ext>
            </a:extLst>
          </p:cNvPr>
          <p:cNvSpPr/>
          <p:nvPr/>
        </p:nvSpPr>
        <p:spPr>
          <a:xfrm flipH="1">
            <a:off x="581444" y="6240039"/>
            <a:ext cx="78341" cy="78341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2" name="Star: 5 Points 61">
            <a:extLst>
              <a:ext uri="{FF2B5EF4-FFF2-40B4-BE49-F238E27FC236}">
                <a16:creationId xmlns:a16="http://schemas.microsoft.com/office/drawing/2014/main" id="{C1BA3C0F-C0EB-D7CF-0853-AF53CAD0AB40}"/>
              </a:ext>
            </a:extLst>
          </p:cNvPr>
          <p:cNvSpPr/>
          <p:nvPr/>
        </p:nvSpPr>
        <p:spPr>
          <a:xfrm flipH="1">
            <a:off x="717644" y="6239740"/>
            <a:ext cx="78341" cy="78341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3" name="Star: 5 Points 62">
            <a:extLst>
              <a:ext uri="{FF2B5EF4-FFF2-40B4-BE49-F238E27FC236}">
                <a16:creationId xmlns:a16="http://schemas.microsoft.com/office/drawing/2014/main" id="{03B8B6BE-11B7-DF69-C75B-C215D20F779A}"/>
              </a:ext>
            </a:extLst>
          </p:cNvPr>
          <p:cNvSpPr/>
          <p:nvPr/>
        </p:nvSpPr>
        <p:spPr>
          <a:xfrm flipH="1">
            <a:off x="853844" y="6239740"/>
            <a:ext cx="78341" cy="78341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4" name="Star: 5 Points 63">
            <a:extLst>
              <a:ext uri="{FF2B5EF4-FFF2-40B4-BE49-F238E27FC236}">
                <a16:creationId xmlns:a16="http://schemas.microsoft.com/office/drawing/2014/main" id="{78AB66D8-BAC7-84BE-8898-4D57064A72EB}"/>
              </a:ext>
            </a:extLst>
          </p:cNvPr>
          <p:cNvSpPr/>
          <p:nvPr/>
        </p:nvSpPr>
        <p:spPr>
          <a:xfrm flipH="1">
            <a:off x="990044" y="6239740"/>
            <a:ext cx="78341" cy="78341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CB04996-AE6F-CF28-303C-CDFB6A109EAA}"/>
              </a:ext>
            </a:extLst>
          </p:cNvPr>
          <p:cNvSpPr/>
          <p:nvPr/>
        </p:nvSpPr>
        <p:spPr>
          <a:xfrm>
            <a:off x="443541" y="6719251"/>
            <a:ext cx="1368000" cy="1367245"/>
          </a:xfrm>
          <a:prstGeom prst="rect">
            <a:avLst/>
          </a:prstGeom>
          <a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74ED8BE-178C-C04E-8CD9-FE4A21857434}"/>
              </a:ext>
            </a:extLst>
          </p:cNvPr>
          <p:cNvSpPr/>
          <p:nvPr/>
        </p:nvSpPr>
        <p:spPr>
          <a:xfrm>
            <a:off x="1973953" y="6719250"/>
            <a:ext cx="1368000" cy="1367245"/>
          </a:xfrm>
          <a:prstGeom prst="rect">
            <a:avLst/>
          </a:prstGeom>
          <a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52A576C-41DC-2087-595C-425656D285C6}"/>
              </a:ext>
            </a:extLst>
          </p:cNvPr>
          <p:cNvSpPr/>
          <p:nvPr/>
        </p:nvSpPr>
        <p:spPr>
          <a:xfrm>
            <a:off x="3503082" y="6719249"/>
            <a:ext cx="1368000" cy="1367245"/>
          </a:xfrm>
          <a:prstGeom prst="rect">
            <a:avLst/>
          </a:prstGeom>
          <a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78D3EB5-8B47-C366-04D2-D693DDD8E257}"/>
              </a:ext>
            </a:extLst>
          </p:cNvPr>
          <p:cNvSpPr/>
          <p:nvPr/>
        </p:nvSpPr>
        <p:spPr>
          <a:xfrm>
            <a:off x="5039116" y="6719248"/>
            <a:ext cx="1368000" cy="1367245"/>
          </a:xfrm>
          <a:prstGeom prst="rect">
            <a:avLst/>
          </a:prstGeom>
          <a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83904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8B95E-2E14-3D1A-D4B8-A184EF278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F9FAB48F-9E0D-30CC-3F4E-892243172194}"/>
              </a:ext>
            </a:extLst>
          </p:cNvPr>
          <p:cNvSpPr/>
          <p:nvPr/>
        </p:nvSpPr>
        <p:spPr>
          <a:xfrm>
            <a:off x="0" y="5989606"/>
            <a:ext cx="6858000" cy="24753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97C1375-3489-944E-77E7-49E4EC572AB3}"/>
              </a:ext>
            </a:extLst>
          </p:cNvPr>
          <p:cNvSpPr/>
          <p:nvPr/>
        </p:nvSpPr>
        <p:spPr>
          <a:xfrm>
            <a:off x="0" y="2349139"/>
            <a:ext cx="6858000" cy="13585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9D62E1-560F-535B-17EB-63A52BB69661}"/>
              </a:ext>
            </a:extLst>
          </p:cNvPr>
          <p:cNvSpPr/>
          <p:nvPr/>
        </p:nvSpPr>
        <p:spPr>
          <a:xfrm>
            <a:off x="-72571" y="475971"/>
            <a:ext cx="7006771" cy="9174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77534" b="-195259"/>
            </a:stretch>
          </a:blip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F2F978-19C7-430E-FF86-58489FCF6BB8}"/>
              </a:ext>
            </a:extLst>
          </p:cNvPr>
          <p:cNvSpPr/>
          <p:nvPr/>
        </p:nvSpPr>
        <p:spPr>
          <a:xfrm>
            <a:off x="-72571" y="-42873"/>
            <a:ext cx="7006771" cy="518844"/>
          </a:xfrm>
          <a:prstGeom prst="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70EDD8D9-29FC-76EA-F2F7-4CB9609958F9}"/>
              </a:ext>
            </a:extLst>
          </p:cNvPr>
          <p:cNvSpPr/>
          <p:nvPr/>
        </p:nvSpPr>
        <p:spPr>
          <a:xfrm>
            <a:off x="1650206" y="110326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4BEEC6-6BBE-0977-7A51-2315673353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95" y="-203104"/>
            <a:ext cx="867300" cy="867300"/>
          </a:xfrm>
          <a:prstGeom prst="rect">
            <a:avLst/>
          </a:prstGeom>
        </p:spPr>
      </p:pic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06400B02-FF7F-A5DA-8B81-A9EA17F7054A}"/>
              </a:ext>
            </a:extLst>
          </p:cNvPr>
          <p:cNvSpPr/>
          <p:nvPr/>
        </p:nvSpPr>
        <p:spPr>
          <a:xfrm>
            <a:off x="4136231" y="110330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03406C-5570-AC28-AE16-A202350371D1}"/>
              </a:ext>
            </a:extLst>
          </p:cNvPr>
          <p:cNvSpPr/>
          <p:nvPr/>
        </p:nvSpPr>
        <p:spPr>
          <a:xfrm>
            <a:off x="1975247" y="110327"/>
            <a:ext cx="2407444" cy="2409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C35220-75A3-2DA4-BCC5-CC066B0AA028}"/>
              </a:ext>
            </a:extLst>
          </p:cNvPr>
          <p:cNvSpPr txBox="1"/>
          <p:nvPr/>
        </p:nvSpPr>
        <p:spPr>
          <a:xfrm>
            <a:off x="1735931" y="123206"/>
            <a:ext cx="48577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>
                <a:solidFill>
                  <a:schemeClr val="bg1">
                    <a:lumMod val="50000"/>
                  </a:schemeClr>
                </a:solidFill>
              </a:rPr>
              <a:t>Search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C6A653-50FE-E612-0A4D-67727B735B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789" y="178711"/>
            <a:ext cx="114300" cy="114300"/>
          </a:xfrm>
          <a:prstGeom prst="rect">
            <a:avLst/>
          </a:prstGeom>
        </p:spPr>
      </p:pic>
      <p:pic>
        <p:nvPicPr>
          <p:cNvPr id="13" name="Picture 12">
            <a:hlinkClick r:id="rId5" action="ppaction://hlinksldjump">
              <a:snd r:embed="rId6" name="click.wav"/>
            </a:hlinkClick>
            <a:extLst>
              <a:ext uri="{FF2B5EF4-FFF2-40B4-BE49-F238E27FC236}">
                <a16:creationId xmlns:a16="http://schemas.microsoft.com/office/drawing/2014/main" id="{EF6C54C1-AB10-FDE5-33D6-8E6921ADDF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124" y="166580"/>
            <a:ext cx="175426" cy="1754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B12F4FC-B7E5-3FE6-FC65-45ACFBE0E7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975" y="153571"/>
            <a:ext cx="191297" cy="188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21721EA-B12A-0723-6FE0-1DD7567FFE4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593" y="147861"/>
            <a:ext cx="195732" cy="195732"/>
          </a:xfrm>
          <a:prstGeom prst="rect">
            <a:avLst/>
          </a:prstGeom>
        </p:spPr>
      </p:pic>
      <p:pic>
        <p:nvPicPr>
          <p:cNvPr id="16" name="Picture 15">
            <a:hlinkClick r:id="rId10" action="ppaction://hlinksldjump">
              <a:snd r:embed="rId6" name="click.wav"/>
            </a:hlinkClick>
            <a:extLst>
              <a:ext uri="{FF2B5EF4-FFF2-40B4-BE49-F238E27FC236}">
                <a16:creationId xmlns:a16="http://schemas.microsoft.com/office/drawing/2014/main" id="{333E2E50-AE4B-D511-9857-05C889AD1C0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16" y="114028"/>
            <a:ext cx="246459" cy="246459"/>
          </a:xfrm>
          <a:prstGeom prst="rect">
            <a:avLst/>
          </a:prstGeom>
        </p:spPr>
      </p:pic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0FCEB6F8-9845-1F94-7295-945973CE6639}"/>
              </a:ext>
            </a:extLst>
          </p:cNvPr>
          <p:cNvSpPr/>
          <p:nvPr/>
        </p:nvSpPr>
        <p:spPr>
          <a:xfrm>
            <a:off x="-72571" y="8284021"/>
            <a:ext cx="7006771" cy="1999349"/>
          </a:xfrm>
          <a:prstGeom prst="round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7C9A752E-4668-A779-B65B-F1AABB13ED39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516" y="8269121"/>
            <a:ext cx="1668550" cy="1668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5BD446-C907-56F6-347E-BEBF0D936E37}"/>
              </a:ext>
            </a:extLst>
          </p:cNvPr>
          <p:cNvSpPr txBox="1"/>
          <p:nvPr/>
        </p:nvSpPr>
        <p:spPr>
          <a:xfrm>
            <a:off x="678266" y="8505808"/>
            <a:ext cx="131881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CUSTOMER SERVICE</a:t>
            </a:r>
          </a:p>
          <a:p>
            <a:endParaRPr lang="en-PH" sz="12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Cancellation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Delivery</a:t>
            </a:r>
          </a:p>
          <a:p>
            <a:r>
              <a:rPr lang="en-PH" sz="600" dirty="0">
                <a:solidFill>
                  <a:schemeClr val="bg1"/>
                </a:solidFill>
              </a:rPr>
              <a:t>Order Verification</a:t>
            </a:r>
          </a:p>
          <a:p>
            <a:r>
              <a:rPr lang="en-PH" sz="600" dirty="0">
                <a:solidFill>
                  <a:schemeClr val="bg1"/>
                </a:solidFill>
              </a:rPr>
              <a:t>Payment 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Privacy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Terms and Conditions</a:t>
            </a:r>
          </a:p>
          <a:p>
            <a:r>
              <a:rPr lang="en-PH" sz="600" dirty="0">
                <a:solidFill>
                  <a:schemeClr val="bg1"/>
                </a:solidFill>
              </a:rPr>
              <a:t>Warranty</a:t>
            </a:r>
            <a:endParaRPr lang="en-PH" sz="11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06202C-C431-9318-AA28-EDB0CDF03418}"/>
              </a:ext>
            </a:extLst>
          </p:cNvPr>
          <p:cNvSpPr txBox="1"/>
          <p:nvPr/>
        </p:nvSpPr>
        <p:spPr>
          <a:xfrm>
            <a:off x="1996061" y="8505808"/>
            <a:ext cx="1318813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COMPANY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Careers</a:t>
            </a:r>
          </a:p>
          <a:p>
            <a:r>
              <a:rPr lang="en-PH" sz="600" dirty="0">
                <a:solidFill>
                  <a:schemeClr val="bg1"/>
                </a:solidFill>
              </a:rPr>
              <a:t>Contact Us</a:t>
            </a:r>
          </a:p>
          <a:p>
            <a:r>
              <a:rPr lang="en-PH" sz="600" dirty="0">
                <a:solidFill>
                  <a:schemeClr val="bg1"/>
                </a:solidFill>
              </a:rPr>
              <a:t>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News and Articles</a:t>
            </a:r>
          </a:p>
          <a:p>
            <a:r>
              <a:rPr lang="en-PH" sz="600" dirty="0">
                <a:solidFill>
                  <a:schemeClr val="bg1"/>
                </a:solidFill>
              </a:rPr>
              <a:t>Our Company</a:t>
            </a:r>
          </a:p>
          <a:p>
            <a:r>
              <a:rPr lang="en-PH" sz="600" dirty="0">
                <a:solidFill>
                  <a:schemeClr val="bg1"/>
                </a:solidFill>
              </a:rPr>
              <a:t>Reviews</a:t>
            </a:r>
          </a:p>
          <a:p>
            <a:r>
              <a:rPr lang="en-PH" sz="600" dirty="0">
                <a:solidFill>
                  <a:schemeClr val="bg1"/>
                </a:solidFill>
              </a:rPr>
              <a:t>Store Locations</a:t>
            </a:r>
            <a:endParaRPr lang="en-PH" sz="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2E09F5-5672-51EF-F86D-93F61E541474}"/>
              </a:ext>
            </a:extLst>
          </p:cNvPr>
          <p:cNvSpPr txBox="1"/>
          <p:nvPr/>
        </p:nvSpPr>
        <p:spPr>
          <a:xfrm>
            <a:off x="3000937" y="8508634"/>
            <a:ext cx="131881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LINKS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Gadget Spot Corporate</a:t>
            </a:r>
          </a:p>
          <a:p>
            <a:r>
              <a:rPr lang="en-PH" sz="600" dirty="0">
                <a:solidFill>
                  <a:schemeClr val="bg1"/>
                </a:solidFill>
              </a:rPr>
              <a:t>Gadget Spot Community</a:t>
            </a:r>
          </a:p>
          <a:p>
            <a:r>
              <a:rPr lang="en-PH" sz="600" dirty="0">
                <a:solidFill>
                  <a:schemeClr val="bg1"/>
                </a:solidFill>
              </a:rPr>
              <a:t>Lazada Official Store</a:t>
            </a:r>
          </a:p>
          <a:p>
            <a:r>
              <a:rPr lang="en-PH" sz="600" dirty="0">
                <a:solidFill>
                  <a:schemeClr val="bg1"/>
                </a:solidFill>
              </a:rPr>
              <a:t>Shopee Official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53FA8E-C186-3FA5-DB56-72AFA4CB99F3}"/>
              </a:ext>
            </a:extLst>
          </p:cNvPr>
          <p:cNvSpPr txBox="1"/>
          <p:nvPr/>
        </p:nvSpPr>
        <p:spPr>
          <a:xfrm>
            <a:off x="2808861" y="9712247"/>
            <a:ext cx="1362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50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©2026 Gadget SPOT. ALL RIGHTS RESERVED</a:t>
            </a:r>
            <a:endParaRPr lang="en-PH" sz="5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Left Arrow 27">
            <a:hlinkClick r:id="rId13" action="ppaction://hlinksldjump">
              <a:snd r:embed="rId6" name="click.wav"/>
            </a:hlinkClick>
            <a:extLst>
              <a:ext uri="{FF2B5EF4-FFF2-40B4-BE49-F238E27FC236}">
                <a16:creationId xmlns:a16="http://schemas.microsoft.com/office/drawing/2014/main" id="{928996E2-16E9-E368-9D22-0C47441A5A3A}"/>
              </a:ext>
            </a:extLst>
          </p:cNvPr>
          <p:cNvSpPr/>
          <p:nvPr/>
        </p:nvSpPr>
        <p:spPr>
          <a:xfrm>
            <a:off x="123094" y="579318"/>
            <a:ext cx="570412" cy="295163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Franklin Gothic Medium" panose="020B0603020102020204" pitchFamily="34" charset="0"/>
              </a:rPr>
              <a:t>HOME</a:t>
            </a:r>
            <a:endParaRPr lang="en-PH" sz="900" dirty="0">
              <a:latin typeface="Franklin Gothic Medium" panose="020B060302010202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D29BBA2-5E9A-23FD-044B-A141A365A1EB}"/>
              </a:ext>
            </a:extLst>
          </p:cNvPr>
          <p:cNvSpPr/>
          <p:nvPr/>
        </p:nvSpPr>
        <p:spPr>
          <a:xfrm>
            <a:off x="628552" y="892628"/>
            <a:ext cx="1001486" cy="1001486"/>
          </a:xfrm>
          <a:prstGeom prst="ellipse">
            <a:avLst/>
          </a:prstGeom>
          <a:blipFill dpi="0"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FA90F5-B87D-E558-25E0-D41B8F0B374A}"/>
              </a:ext>
            </a:extLst>
          </p:cNvPr>
          <p:cNvSpPr/>
          <p:nvPr/>
        </p:nvSpPr>
        <p:spPr>
          <a:xfrm>
            <a:off x="1658643" y="1395238"/>
            <a:ext cx="3320483" cy="4226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400" dirty="0">
                <a:solidFill>
                  <a:schemeClr val="tx1"/>
                </a:solidFill>
                <a:latin typeface="Franklin Gothic Medium" panose="020B0603020102020204" pitchFamily="34" charset="0"/>
              </a:rPr>
              <a:t>Sabriel Adriel San Agustin</a:t>
            </a:r>
          </a:p>
          <a:p>
            <a:r>
              <a:rPr lang="en-PH" sz="900" dirty="0">
                <a:solidFill>
                  <a:schemeClr val="bg2">
                    <a:lumMod val="50000"/>
                  </a:schemeClr>
                </a:solidFill>
                <a:latin typeface="Franklin Gothic Medium" panose="020B0603020102020204" pitchFamily="34" charset="0"/>
              </a:rPr>
              <a:t>Premium Buyer | Seller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DA3C3AA-72FE-4BB0-FD6B-5B5684DB45B2}"/>
              </a:ext>
            </a:extLst>
          </p:cNvPr>
          <p:cNvSpPr/>
          <p:nvPr/>
        </p:nvSpPr>
        <p:spPr>
          <a:xfrm>
            <a:off x="1403895" y="1699803"/>
            <a:ext cx="128815" cy="128815"/>
          </a:xfrm>
          <a:prstGeom prst="ellipse">
            <a:avLst/>
          </a:prstGeom>
          <a:solidFill>
            <a:srgbClr val="00B05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81F41E9-5586-E680-AA08-C59F97D693A6}"/>
              </a:ext>
            </a:extLst>
          </p:cNvPr>
          <p:cNvSpPr/>
          <p:nvPr/>
        </p:nvSpPr>
        <p:spPr>
          <a:xfrm>
            <a:off x="0" y="2118362"/>
            <a:ext cx="6858000" cy="18174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000" b="1" dirty="0">
                <a:solidFill>
                  <a:schemeClr val="tx1"/>
                </a:solidFill>
                <a:latin typeface="Franklin Gothic Medium" panose="020B0603020102020204" pitchFamily="34" charset="0"/>
              </a:rPr>
              <a:t>My Purchases    </a:t>
            </a:r>
            <a:r>
              <a:rPr lang="en-PH" sz="900" dirty="0">
                <a:solidFill>
                  <a:schemeClr val="tx1"/>
                </a:solidFill>
                <a:latin typeface="Franklin Gothic Medium" panose="020B0603020102020204" pitchFamily="34" charset="0"/>
              </a:rPr>
              <a:t>	    				              </a:t>
            </a:r>
            <a:r>
              <a:rPr lang="en-PH" sz="800" dirty="0">
                <a:solidFill>
                  <a:schemeClr val="bg2">
                    <a:lumMod val="50000"/>
                  </a:schemeClr>
                </a:solidFill>
                <a:latin typeface="Franklin Gothic Medium" panose="020B0603020102020204" pitchFamily="34" charset="0"/>
              </a:rPr>
              <a:t>View Purchase History </a:t>
            </a:r>
            <a:r>
              <a:rPr lang="en-PH" sz="900" dirty="0">
                <a:solidFill>
                  <a:schemeClr val="bg2">
                    <a:lumMod val="50000"/>
                  </a:schemeClr>
                </a:solidFill>
                <a:latin typeface="Franklin Gothic Medium" panose="020B0603020102020204" pitchFamily="34" charset="0"/>
              </a:rPr>
              <a:t>&gt;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552E8F08-619B-043F-475B-C6030C367B4F}"/>
              </a:ext>
            </a:extLst>
          </p:cNvPr>
          <p:cNvSpPr/>
          <p:nvPr/>
        </p:nvSpPr>
        <p:spPr>
          <a:xfrm>
            <a:off x="793698" y="2574432"/>
            <a:ext cx="720000" cy="720000"/>
          </a:xfrm>
          <a:prstGeom prst="roundRect">
            <a:avLst/>
          </a:prstGeom>
          <a:blipFill dpi="0"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FF2432ED-04A4-E2E2-A72F-6B717BAF1168}"/>
              </a:ext>
            </a:extLst>
          </p:cNvPr>
          <p:cNvSpPr/>
          <p:nvPr/>
        </p:nvSpPr>
        <p:spPr>
          <a:xfrm>
            <a:off x="2324463" y="2535245"/>
            <a:ext cx="720000" cy="720000"/>
          </a:xfrm>
          <a:prstGeom prst="roundRect">
            <a:avLst/>
          </a:prstGeom>
          <a:blipFill dpi="0" rotWithShape="1"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1E42BE60-3548-FB8D-C209-057A72E16DAD}"/>
              </a:ext>
            </a:extLst>
          </p:cNvPr>
          <p:cNvSpPr/>
          <p:nvPr/>
        </p:nvSpPr>
        <p:spPr>
          <a:xfrm>
            <a:off x="3807339" y="2535242"/>
            <a:ext cx="720000" cy="720000"/>
          </a:xfrm>
          <a:prstGeom prst="roundRect">
            <a:avLst/>
          </a:prstGeom>
          <a:blipFill dpi="0" rotWithShape="1"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E03E45BA-F98D-E2FE-0186-D68044363593}"/>
              </a:ext>
            </a:extLst>
          </p:cNvPr>
          <p:cNvSpPr/>
          <p:nvPr/>
        </p:nvSpPr>
        <p:spPr>
          <a:xfrm>
            <a:off x="5211840" y="2498008"/>
            <a:ext cx="720000" cy="720000"/>
          </a:xfrm>
          <a:prstGeom prst="roundRect">
            <a:avLst/>
          </a:prstGeom>
          <a:blipFill dpi="0" rotWithShape="1"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80D38DC-8268-4E40-2025-ACA90A95A026}"/>
              </a:ext>
            </a:extLst>
          </p:cNvPr>
          <p:cNvSpPr/>
          <p:nvPr/>
        </p:nvSpPr>
        <p:spPr>
          <a:xfrm>
            <a:off x="696685" y="3357289"/>
            <a:ext cx="1101635" cy="2394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000" dirty="0">
                <a:solidFill>
                  <a:schemeClr val="tx1"/>
                </a:solidFill>
                <a:latin typeface="Franklin Gothic Medium" panose="020B0603020102020204" pitchFamily="34" charset="0"/>
              </a:rPr>
              <a:t>To Pay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BF24D43-B063-5C00-3C88-A168353A6B6F}"/>
              </a:ext>
            </a:extLst>
          </p:cNvPr>
          <p:cNvSpPr/>
          <p:nvPr/>
        </p:nvSpPr>
        <p:spPr>
          <a:xfrm>
            <a:off x="2149185" y="3357289"/>
            <a:ext cx="1101635" cy="2394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000" dirty="0">
                <a:solidFill>
                  <a:schemeClr val="tx1"/>
                </a:solidFill>
                <a:latin typeface="Franklin Gothic Medium" panose="020B0603020102020204" pitchFamily="34" charset="0"/>
              </a:rPr>
              <a:t>To Ship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B8D1E2E-70C5-F56B-BDE8-ED65B93DA2BD}"/>
              </a:ext>
            </a:extLst>
          </p:cNvPr>
          <p:cNvSpPr/>
          <p:nvPr/>
        </p:nvSpPr>
        <p:spPr>
          <a:xfrm>
            <a:off x="3664460" y="3357289"/>
            <a:ext cx="1101635" cy="2394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000" dirty="0">
                <a:solidFill>
                  <a:schemeClr val="tx1"/>
                </a:solidFill>
                <a:latin typeface="Franklin Gothic Medium" panose="020B0603020102020204" pitchFamily="34" charset="0"/>
              </a:rPr>
              <a:t>To Receive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1726937-1679-7E22-E5BC-2D1684C087BF}"/>
              </a:ext>
            </a:extLst>
          </p:cNvPr>
          <p:cNvSpPr/>
          <p:nvPr/>
        </p:nvSpPr>
        <p:spPr>
          <a:xfrm>
            <a:off x="5053480" y="3357289"/>
            <a:ext cx="1101635" cy="2394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000" dirty="0">
                <a:solidFill>
                  <a:schemeClr val="tx1"/>
                </a:solidFill>
                <a:latin typeface="Franklin Gothic Medium" panose="020B0603020102020204" pitchFamily="34" charset="0"/>
              </a:rPr>
              <a:t>To Rate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44733DD-54BF-D61D-BF2F-8197014FF43A}"/>
              </a:ext>
            </a:extLst>
          </p:cNvPr>
          <p:cNvSpPr/>
          <p:nvPr/>
        </p:nvSpPr>
        <p:spPr>
          <a:xfrm>
            <a:off x="6071037" y="1461985"/>
            <a:ext cx="252549" cy="254703"/>
          </a:xfrm>
          <a:prstGeom prst="rect">
            <a:avLst/>
          </a:prstGeom>
          <a:blipFill dpi="0" rotWithShape="1"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14364" t="14665" r="14364" b="1466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8930D12-BA07-7458-CC40-C275BD026CB3}"/>
              </a:ext>
            </a:extLst>
          </p:cNvPr>
          <p:cNvCxnSpPr/>
          <p:nvPr/>
        </p:nvCxnSpPr>
        <p:spPr>
          <a:xfrm>
            <a:off x="1872343" y="2498008"/>
            <a:ext cx="0" cy="105291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3D5F452-24FB-9411-961F-7B0D89A86999}"/>
              </a:ext>
            </a:extLst>
          </p:cNvPr>
          <p:cNvCxnSpPr/>
          <p:nvPr/>
        </p:nvCxnSpPr>
        <p:spPr>
          <a:xfrm>
            <a:off x="3442401" y="2495474"/>
            <a:ext cx="0" cy="105291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4B54213-E49B-DF00-0209-4BC040729F76}"/>
              </a:ext>
            </a:extLst>
          </p:cNvPr>
          <p:cNvCxnSpPr/>
          <p:nvPr/>
        </p:nvCxnSpPr>
        <p:spPr>
          <a:xfrm>
            <a:off x="4892379" y="2477475"/>
            <a:ext cx="0" cy="105291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1CD1714-9A75-E166-CA3D-F9A88C37B25F}"/>
              </a:ext>
            </a:extLst>
          </p:cNvPr>
          <p:cNvSpPr/>
          <p:nvPr/>
        </p:nvSpPr>
        <p:spPr>
          <a:xfrm>
            <a:off x="0" y="4262988"/>
            <a:ext cx="6858000" cy="13585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22" name="Rectangle 21">
            <a:hlinkClick r:id="" action="ppaction://noaction">
              <a:snd r:embed="rId6" name="click.wav"/>
            </a:hlinkClick>
            <a:extLst>
              <a:ext uri="{FF2B5EF4-FFF2-40B4-BE49-F238E27FC236}">
                <a16:creationId xmlns:a16="http://schemas.microsoft.com/office/drawing/2014/main" id="{9BD9546D-67D4-4D09-F02F-3E47F37B19DC}"/>
              </a:ext>
            </a:extLst>
          </p:cNvPr>
          <p:cNvSpPr/>
          <p:nvPr/>
        </p:nvSpPr>
        <p:spPr>
          <a:xfrm>
            <a:off x="0" y="4032211"/>
            <a:ext cx="6858000" cy="18174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000" b="1" dirty="0">
                <a:solidFill>
                  <a:schemeClr val="tx1"/>
                </a:solidFill>
                <a:latin typeface="Franklin Gothic Medium" panose="020B0603020102020204" pitchFamily="34" charset="0"/>
              </a:rPr>
              <a:t>My Sales  </a:t>
            </a:r>
            <a:r>
              <a:rPr lang="en-PH" sz="900" dirty="0">
                <a:solidFill>
                  <a:schemeClr val="tx1"/>
                </a:solidFill>
                <a:latin typeface="Franklin Gothic Medium" panose="020B0603020102020204" pitchFamily="34" charset="0"/>
              </a:rPr>
              <a:t>	    				                 </a:t>
            </a:r>
            <a:r>
              <a:rPr lang="en-PH" sz="800" dirty="0">
                <a:solidFill>
                  <a:schemeClr val="bg2">
                    <a:lumMod val="50000"/>
                  </a:schemeClr>
                </a:solidFill>
                <a:latin typeface="Franklin Gothic Medium" panose="020B0603020102020204" pitchFamily="34" charset="0"/>
              </a:rPr>
              <a:t>View Sales History </a:t>
            </a:r>
            <a:r>
              <a:rPr lang="en-PH" sz="900" dirty="0">
                <a:solidFill>
                  <a:schemeClr val="bg2">
                    <a:lumMod val="50000"/>
                  </a:schemeClr>
                </a:solidFill>
                <a:latin typeface="Franklin Gothic Medium" panose="020B0603020102020204" pitchFamily="34" charset="0"/>
              </a:rPr>
              <a:t>&gt;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5B64EBC-C5E2-28AD-C48C-EE62B4D69F05}"/>
              </a:ext>
            </a:extLst>
          </p:cNvPr>
          <p:cNvSpPr/>
          <p:nvPr/>
        </p:nvSpPr>
        <p:spPr>
          <a:xfrm>
            <a:off x="793698" y="4488281"/>
            <a:ext cx="720000" cy="720000"/>
          </a:xfrm>
          <a:prstGeom prst="roundRect">
            <a:avLst/>
          </a:prstGeom>
          <a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92CDA05-807F-A7A9-3813-425994227561}"/>
              </a:ext>
            </a:extLst>
          </p:cNvPr>
          <p:cNvSpPr/>
          <p:nvPr/>
        </p:nvSpPr>
        <p:spPr>
          <a:xfrm>
            <a:off x="2324463" y="4449094"/>
            <a:ext cx="720000" cy="720000"/>
          </a:xfrm>
          <a:prstGeom prst="roundRect">
            <a:avLst/>
          </a:prstGeom>
          <a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1811F92-BE48-0445-DF8F-85409E74C856}"/>
              </a:ext>
            </a:extLst>
          </p:cNvPr>
          <p:cNvSpPr/>
          <p:nvPr/>
        </p:nvSpPr>
        <p:spPr>
          <a:xfrm>
            <a:off x="3807339" y="4449091"/>
            <a:ext cx="720000" cy="720000"/>
          </a:xfrm>
          <a:prstGeom prst="roundRect">
            <a:avLst/>
          </a:prstGeom>
          <a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20B2B20-1628-B2B3-00F0-3A04037510ED}"/>
              </a:ext>
            </a:extLst>
          </p:cNvPr>
          <p:cNvSpPr/>
          <p:nvPr/>
        </p:nvSpPr>
        <p:spPr>
          <a:xfrm>
            <a:off x="5255384" y="4506207"/>
            <a:ext cx="720000" cy="720000"/>
          </a:xfrm>
          <a:prstGeom prst="roundRect">
            <a:avLst/>
          </a:prstGeom>
          <a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032CB2-9549-E5C1-1885-2C1509B54465}"/>
              </a:ext>
            </a:extLst>
          </p:cNvPr>
          <p:cNvSpPr/>
          <p:nvPr/>
        </p:nvSpPr>
        <p:spPr>
          <a:xfrm>
            <a:off x="696685" y="5271138"/>
            <a:ext cx="1101635" cy="2394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000" dirty="0">
                <a:solidFill>
                  <a:schemeClr val="tx1"/>
                </a:solidFill>
                <a:latin typeface="Franklin Gothic Medium" panose="020B0603020102020204" pitchFamily="34" charset="0"/>
              </a:rPr>
              <a:t>To Ship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7A0FA36-A483-B3DE-9219-9A081874291F}"/>
              </a:ext>
            </a:extLst>
          </p:cNvPr>
          <p:cNvSpPr/>
          <p:nvPr/>
        </p:nvSpPr>
        <p:spPr>
          <a:xfrm>
            <a:off x="2149185" y="5271138"/>
            <a:ext cx="1101635" cy="2394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000" dirty="0">
                <a:solidFill>
                  <a:schemeClr val="tx1"/>
                </a:solidFill>
                <a:latin typeface="Franklin Gothic Medium" panose="020B0603020102020204" pitchFamily="34" charset="0"/>
              </a:rPr>
              <a:t>Cancelled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B3A0D09-A2F5-DD64-F62A-987997AA5006}"/>
              </a:ext>
            </a:extLst>
          </p:cNvPr>
          <p:cNvSpPr/>
          <p:nvPr/>
        </p:nvSpPr>
        <p:spPr>
          <a:xfrm>
            <a:off x="3664460" y="5271138"/>
            <a:ext cx="1101635" cy="2394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000" dirty="0">
                <a:solidFill>
                  <a:schemeClr val="tx1"/>
                </a:solidFill>
                <a:latin typeface="Franklin Gothic Medium" panose="020B0603020102020204" pitchFamily="34" charset="0"/>
              </a:rPr>
              <a:t>Return/Refund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A8AA3E-EBFC-886C-2BC5-4B65E51CE4EB}"/>
              </a:ext>
            </a:extLst>
          </p:cNvPr>
          <p:cNvSpPr/>
          <p:nvPr/>
        </p:nvSpPr>
        <p:spPr>
          <a:xfrm>
            <a:off x="5053480" y="5271138"/>
            <a:ext cx="1101635" cy="2394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000" dirty="0">
                <a:solidFill>
                  <a:schemeClr val="tx1"/>
                </a:solidFill>
                <a:latin typeface="Franklin Gothic Medium" panose="020B0603020102020204" pitchFamily="34" charset="0"/>
              </a:rPr>
              <a:t>More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4B6D009-FAF1-7F73-7617-535B24E3DA3B}"/>
              </a:ext>
            </a:extLst>
          </p:cNvPr>
          <p:cNvCxnSpPr/>
          <p:nvPr/>
        </p:nvCxnSpPr>
        <p:spPr>
          <a:xfrm>
            <a:off x="1872343" y="4411857"/>
            <a:ext cx="0" cy="105291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D5AD815-45EA-8BAA-C632-419AEDE9D16D}"/>
              </a:ext>
            </a:extLst>
          </p:cNvPr>
          <p:cNvCxnSpPr/>
          <p:nvPr/>
        </p:nvCxnSpPr>
        <p:spPr>
          <a:xfrm>
            <a:off x="3442401" y="4409323"/>
            <a:ext cx="0" cy="105291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4D07F51-F770-61C0-D3ED-BC86B3B82BAF}"/>
              </a:ext>
            </a:extLst>
          </p:cNvPr>
          <p:cNvCxnSpPr/>
          <p:nvPr/>
        </p:nvCxnSpPr>
        <p:spPr>
          <a:xfrm>
            <a:off x="4892379" y="4391324"/>
            <a:ext cx="0" cy="105291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45F35378-4EBE-5F14-105F-8A17EC981213}"/>
              </a:ext>
            </a:extLst>
          </p:cNvPr>
          <p:cNvSpPr/>
          <p:nvPr/>
        </p:nvSpPr>
        <p:spPr>
          <a:xfrm>
            <a:off x="-32657" y="6036126"/>
            <a:ext cx="1829820" cy="23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000" b="1" dirty="0">
                <a:solidFill>
                  <a:schemeClr val="tx1"/>
                </a:solidFill>
                <a:latin typeface="Franklin Gothic Medium" panose="020B0603020102020204" pitchFamily="34" charset="0"/>
              </a:rPr>
              <a:t>Financial</a:t>
            </a:r>
            <a:r>
              <a:rPr lang="en-PH" sz="1000" dirty="0">
                <a:solidFill>
                  <a:schemeClr val="tx1"/>
                </a:solidFill>
                <a:latin typeface="Franklin Gothic Medium" panose="020B0603020102020204" pitchFamily="34" charset="0"/>
              </a:rPr>
              <a:t> </a:t>
            </a:r>
            <a:r>
              <a:rPr lang="en-PH" sz="1000" b="1" dirty="0">
                <a:solidFill>
                  <a:schemeClr val="tx1"/>
                </a:solidFill>
                <a:latin typeface="Franklin Gothic Medium" panose="020B0603020102020204" pitchFamily="34" charset="0"/>
              </a:rPr>
              <a:t>Services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6C401DD-E560-B5CC-D086-BD5E2B2FC44D}"/>
              </a:ext>
            </a:extLst>
          </p:cNvPr>
          <p:cNvSpPr/>
          <p:nvPr/>
        </p:nvSpPr>
        <p:spPr>
          <a:xfrm>
            <a:off x="459686" y="6390661"/>
            <a:ext cx="288000" cy="288000"/>
          </a:xfrm>
          <a:prstGeom prst="rect">
            <a:avLst/>
          </a:prstGeom>
          <a:blipFill dpi="0" rotWithShape="1"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FF63994-E2A2-7C48-E2FA-F568A1483362}"/>
              </a:ext>
            </a:extLst>
          </p:cNvPr>
          <p:cNvSpPr/>
          <p:nvPr/>
        </p:nvSpPr>
        <p:spPr>
          <a:xfrm>
            <a:off x="459686" y="6760373"/>
            <a:ext cx="288000" cy="288000"/>
          </a:xfrm>
          <a:prstGeom prst="rect">
            <a:avLst/>
          </a:prstGeom>
          <a:blipFill dpi="0" rotWithShape="1"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55EBE39-C684-1A07-3BAA-53E581F92CDF}"/>
              </a:ext>
            </a:extLst>
          </p:cNvPr>
          <p:cNvSpPr/>
          <p:nvPr/>
        </p:nvSpPr>
        <p:spPr>
          <a:xfrm>
            <a:off x="459686" y="7133693"/>
            <a:ext cx="288000" cy="288000"/>
          </a:xfrm>
          <a:prstGeom prst="rect">
            <a:avLst/>
          </a:prstGeom>
          <a:blipFill dpi="0" rotWithShape="1"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2A8AAF6-6C31-202B-54E1-9CB4F878C911}"/>
              </a:ext>
            </a:extLst>
          </p:cNvPr>
          <p:cNvSpPr/>
          <p:nvPr/>
        </p:nvSpPr>
        <p:spPr>
          <a:xfrm>
            <a:off x="459686" y="7499638"/>
            <a:ext cx="288000" cy="288000"/>
          </a:xfrm>
          <a:prstGeom prst="rect">
            <a:avLst/>
          </a:prstGeom>
          <a:blipFill dpi="0" rotWithShape="1"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D84F177-BDD4-5DE6-8241-72EE8735CE3F}"/>
              </a:ext>
            </a:extLst>
          </p:cNvPr>
          <p:cNvSpPr/>
          <p:nvPr/>
        </p:nvSpPr>
        <p:spPr>
          <a:xfrm>
            <a:off x="459686" y="7870031"/>
            <a:ext cx="288000" cy="288000"/>
          </a:xfrm>
          <a:prstGeom prst="rect">
            <a:avLst/>
          </a:prstGeom>
          <a:blipFill dpi="0" rotWithShape="1"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E5E1E3D-3050-F35E-EB71-B1EAB031EBBF}"/>
              </a:ext>
            </a:extLst>
          </p:cNvPr>
          <p:cNvSpPr/>
          <p:nvPr/>
        </p:nvSpPr>
        <p:spPr>
          <a:xfrm>
            <a:off x="838200" y="6462484"/>
            <a:ext cx="5485386" cy="1487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000" b="1" dirty="0">
                <a:solidFill>
                  <a:schemeClr val="tx1"/>
                </a:solidFill>
                <a:latin typeface="Franklin Gothic Medium" panose="020B0603020102020204" pitchFamily="34" charset="0"/>
              </a:rPr>
              <a:t>BDO</a:t>
            </a:r>
            <a:r>
              <a:rPr lang="en-PH" sz="1000" dirty="0">
                <a:solidFill>
                  <a:schemeClr val="tx1"/>
                </a:solidFill>
                <a:latin typeface="Franklin Gothic Medium" panose="020B0603020102020204" pitchFamily="34" charset="0"/>
              </a:rPr>
              <a:t>	  			                             </a:t>
            </a:r>
            <a:r>
              <a:rPr lang="en-PH" sz="7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Setup Account</a:t>
            </a:r>
            <a:endParaRPr lang="en-PH" sz="1000" dirty="0">
              <a:solidFill>
                <a:schemeClr val="accent3">
                  <a:lumMod val="50000"/>
                </a:schemeClr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DF1EA29-21EE-7289-7B8C-7985B8EDF897}"/>
              </a:ext>
            </a:extLst>
          </p:cNvPr>
          <p:cNvSpPr/>
          <p:nvPr/>
        </p:nvSpPr>
        <p:spPr>
          <a:xfrm>
            <a:off x="838200" y="6828494"/>
            <a:ext cx="5485386" cy="1487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000" b="1" dirty="0">
                <a:solidFill>
                  <a:schemeClr val="tx1"/>
                </a:solidFill>
                <a:latin typeface="Franklin Gothic Medium" panose="020B0603020102020204" pitchFamily="34" charset="0"/>
              </a:rPr>
              <a:t>BPI</a:t>
            </a:r>
            <a:r>
              <a:rPr lang="en-PH" sz="1000" dirty="0">
                <a:solidFill>
                  <a:schemeClr val="tx1"/>
                </a:solidFill>
              </a:rPr>
              <a:t>					</a:t>
            </a:r>
            <a:r>
              <a:rPr lang="en-PH" sz="700" dirty="0">
                <a:solidFill>
                  <a:schemeClr val="accent3">
                    <a:lumMod val="50000"/>
                  </a:schemeClr>
                </a:solidFill>
              </a:rPr>
              <a:t>Setup Account</a:t>
            </a:r>
            <a:endParaRPr lang="en-PH" sz="1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448CCF3-623C-5015-7BCA-84A52C1CF657}"/>
              </a:ext>
            </a:extLst>
          </p:cNvPr>
          <p:cNvSpPr/>
          <p:nvPr/>
        </p:nvSpPr>
        <p:spPr>
          <a:xfrm>
            <a:off x="838200" y="7194504"/>
            <a:ext cx="5485386" cy="1487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000" b="1" dirty="0" err="1">
                <a:solidFill>
                  <a:schemeClr val="tx1"/>
                </a:solidFill>
                <a:latin typeface="Franklin Gothic Medium" panose="020B0603020102020204" pitchFamily="34" charset="0"/>
              </a:rPr>
              <a:t>MariBank</a:t>
            </a:r>
            <a:r>
              <a:rPr lang="en-PH" sz="1000" b="1" dirty="0">
                <a:solidFill>
                  <a:schemeClr val="tx1"/>
                </a:solidFill>
              </a:rPr>
              <a:t> </a:t>
            </a:r>
            <a:r>
              <a:rPr lang="en-PH" sz="1000" dirty="0">
                <a:solidFill>
                  <a:schemeClr val="tx1"/>
                </a:solidFill>
              </a:rPr>
              <a:t>					</a:t>
            </a:r>
            <a:r>
              <a:rPr lang="en-PH" sz="700" dirty="0">
                <a:solidFill>
                  <a:schemeClr val="accent3">
                    <a:lumMod val="50000"/>
                  </a:schemeClr>
                </a:solidFill>
              </a:rPr>
              <a:t>Setup Account</a:t>
            </a:r>
            <a:endParaRPr lang="en-PH" sz="1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C0E5D1-62C8-38D4-D0BD-9AE954087BA7}"/>
              </a:ext>
            </a:extLst>
          </p:cNvPr>
          <p:cNvSpPr/>
          <p:nvPr/>
        </p:nvSpPr>
        <p:spPr>
          <a:xfrm>
            <a:off x="837087" y="7563412"/>
            <a:ext cx="5485386" cy="1487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000" b="1" dirty="0" err="1">
                <a:solidFill>
                  <a:schemeClr val="tx1"/>
                </a:solidFill>
                <a:latin typeface="Franklin Gothic Medium" panose="020B0603020102020204" pitchFamily="34" charset="0"/>
              </a:rPr>
              <a:t>GoTyme</a:t>
            </a:r>
            <a:r>
              <a:rPr lang="en-PH" sz="1000" dirty="0">
                <a:solidFill>
                  <a:schemeClr val="tx1"/>
                </a:solidFill>
              </a:rPr>
              <a:t> 					</a:t>
            </a:r>
            <a:r>
              <a:rPr lang="en-PH" sz="700" dirty="0">
                <a:solidFill>
                  <a:schemeClr val="accent3">
                    <a:lumMod val="50000"/>
                  </a:schemeClr>
                </a:solidFill>
              </a:rPr>
              <a:t>Setup Account</a:t>
            </a:r>
            <a:endParaRPr lang="en-PH" sz="1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2584F98-B07B-E817-7925-7DF8183BFF40}"/>
              </a:ext>
            </a:extLst>
          </p:cNvPr>
          <p:cNvSpPr/>
          <p:nvPr/>
        </p:nvSpPr>
        <p:spPr>
          <a:xfrm>
            <a:off x="837087" y="7939093"/>
            <a:ext cx="5485386" cy="1487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000" b="1" dirty="0">
                <a:solidFill>
                  <a:schemeClr val="tx1"/>
                </a:solidFill>
                <a:latin typeface="Franklin Gothic Medium" panose="020B0603020102020204" pitchFamily="34" charset="0"/>
              </a:rPr>
              <a:t>Maya</a:t>
            </a:r>
            <a:r>
              <a:rPr lang="en-PH" sz="1000" dirty="0">
                <a:solidFill>
                  <a:schemeClr val="tx1"/>
                </a:solidFill>
              </a:rPr>
              <a:t> 					</a:t>
            </a:r>
            <a:r>
              <a:rPr lang="en-PH" sz="700" dirty="0">
                <a:solidFill>
                  <a:schemeClr val="accent3">
                    <a:lumMod val="50000"/>
                  </a:schemeClr>
                </a:solidFill>
              </a:rPr>
              <a:t>Setup Account</a:t>
            </a:r>
            <a:endParaRPr lang="en-PH" sz="10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745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9F44B-D38B-384A-DB36-26F69467B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992DA1-0AD6-6C1C-D5D7-78FCFD9AEBB4}"/>
              </a:ext>
            </a:extLst>
          </p:cNvPr>
          <p:cNvSpPr/>
          <p:nvPr/>
        </p:nvSpPr>
        <p:spPr>
          <a:xfrm>
            <a:off x="-72571" y="-42873"/>
            <a:ext cx="7006771" cy="518844"/>
          </a:xfrm>
          <a:prstGeom prst="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C39404E5-6A72-233C-D926-680FE562B1F4}"/>
              </a:ext>
            </a:extLst>
          </p:cNvPr>
          <p:cNvSpPr/>
          <p:nvPr/>
        </p:nvSpPr>
        <p:spPr>
          <a:xfrm>
            <a:off x="1650206" y="110326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16C9AE-E725-8EB0-0D4C-0BBE76AF0A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95" y="-203104"/>
            <a:ext cx="867300" cy="867300"/>
          </a:xfrm>
          <a:prstGeom prst="rect">
            <a:avLst/>
          </a:prstGeom>
        </p:spPr>
      </p:pic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86272F18-1E97-B368-9E0A-BF3303D1E6E4}"/>
              </a:ext>
            </a:extLst>
          </p:cNvPr>
          <p:cNvSpPr/>
          <p:nvPr/>
        </p:nvSpPr>
        <p:spPr>
          <a:xfrm>
            <a:off x="4136231" y="110330"/>
            <a:ext cx="692944" cy="24090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9EC93A-99B7-086B-4B4B-0CEE27FA598A}"/>
              </a:ext>
            </a:extLst>
          </p:cNvPr>
          <p:cNvSpPr/>
          <p:nvPr/>
        </p:nvSpPr>
        <p:spPr>
          <a:xfrm>
            <a:off x="1975247" y="110327"/>
            <a:ext cx="2407444" cy="2409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B8B1C2-DA7E-35AE-A64E-FA84ED48ADF6}"/>
              </a:ext>
            </a:extLst>
          </p:cNvPr>
          <p:cNvSpPr txBox="1"/>
          <p:nvPr/>
        </p:nvSpPr>
        <p:spPr>
          <a:xfrm>
            <a:off x="1735931" y="123206"/>
            <a:ext cx="48577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>
                <a:solidFill>
                  <a:schemeClr val="bg1">
                    <a:lumMod val="50000"/>
                  </a:schemeClr>
                </a:solidFill>
              </a:rPr>
              <a:t>Search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AE1BAE6-FE56-259E-4343-AB062CDC3AE8}"/>
              </a:ext>
            </a:extLst>
          </p:cNvPr>
          <p:cNvSpPr/>
          <p:nvPr/>
        </p:nvSpPr>
        <p:spPr>
          <a:xfrm>
            <a:off x="0" y="481446"/>
            <a:ext cx="1458686" cy="8089239"/>
          </a:xfrm>
          <a:prstGeom prst="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13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288DBB-6874-96B4-40A8-212994AD76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789" y="178711"/>
            <a:ext cx="114300" cy="114300"/>
          </a:xfrm>
          <a:prstGeom prst="rect">
            <a:avLst/>
          </a:prstGeom>
        </p:spPr>
      </p:pic>
      <p:pic>
        <p:nvPicPr>
          <p:cNvPr id="13" name="Picture 12">
            <a:hlinkClick r:id="rId4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74777960-38F7-FE4D-A170-5025471E53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124" y="166580"/>
            <a:ext cx="175426" cy="1754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B64874-4EA2-EBF1-CF89-5CB37FFB36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975" y="153571"/>
            <a:ext cx="191297" cy="188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FFCEF6A-EA68-2673-326B-97F5AA6BD4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593" y="147861"/>
            <a:ext cx="195732" cy="195732"/>
          </a:xfrm>
          <a:prstGeom prst="rect">
            <a:avLst/>
          </a:prstGeom>
        </p:spPr>
      </p:pic>
      <p:pic>
        <p:nvPicPr>
          <p:cNvPr id="16" name="Picture 15">
            <a:hlinkClick r:id="rId9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776FEAF0-27A4-8B02-7A13-E12C060084B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16" y="114028"/>
            <a:ext cx="246459" cy="246459"/>
          </a:xfrm>
          <a:prstGeom prst="rect">
            <a:avLst/>
          </a:prstGeom>
        </p:spPr>
      </p:pic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439E1299-82D4-AFC9-94C6-BCC55239A71A}"/>
              </a:ext>
            </a:extLst>
          </p:cNvPr>
          <p:cNvSpPr/>
          <p:nvPr/>
        </p:nvSpPr>
        <p:spPr>
          <a:xfrm>
            <a:off x="-72571" y="8284021"/>
            <a:ext cx="7006771" cy="1999349"/>
          </a:xfrm>
          <a:prstGeom prst="round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BEFD73BA-62A3-2E16-9EBC-10EA9EA0D87D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516" y="8269121"/>
            <a:ext cx="1668550" cy="1668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D50DFA-AAB9-3F1C-FE81-02B0F1356240}"/>
              </a:ext>
            </a:extLst>
          </p:cNvPr>
          <p:cNvSpPr txBox="1"/>
          <p:nvPr/>
        </p:nvSpPr>
        <p:spPr>
          <a:xfrm>
            <a:off x="678266" y="8505808"/>
            <a:ext cx="131881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CUSTOMER SERVICE</a:t>
            </a:r>
          </a:p>
          <a:p>
            <a:endParaRPr lang="en-PH" sz="12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Cancellation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Delivery</a:t>
            </a:r>
          </a:p>
          <a:p>
            <a:r>
              <a:rPr lang="en-PH" sz="600" dirty="0">
                <a:solidFill>
                  <a:schemeClr val="bg1"/>
                </a:solidFill>
              </a:rPr>
              <a:t>Order Verification</a:t>
            </a:r>
          </a:p>
          <a:p>
            <a:r>
              <a:rPr lang="en-PH" sz="600" dirty="0">
                <a:solidFill>
                  <a:schemeClr val="bg1"/>
                </a:solidFill>
              </a:rPr>
              <a:t>Payment 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Privacy Policy</a:t>
            </a:r>
          </a:p>
          <a:p>
            <a:r>
              <a:rPr lang="en-PH" sz="600" dirty="0">
                <a:solidFill>
                  <a:schemeClr val="bg1"/>
                </a:solidFill>
              </a:rPr>
              <a:t>Terms and Conditions</a:t>
            </a:r>
          </a:p>
          <a:p>
            <a:r>
              <a:rPr lang="en-PH" sz="600" dirty="0">
                <a:solidFill>
                  <a:schemeClr val="bg1"/>
                </a:solidFill>
              </a:rPr>
              <a:t>Warranty</a:t>
            </a:r>
            <a:endParaRPr lang="en-PH" sz="11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1E00B2-354B-B0BE-8E9F-ACBE559307F5}"/>
              </a:ext>
            </a:extLst>
          </p:cNvPr>
          <p:cNvSpPr txBox="1"/>
          <p:nvPr/>
        </p:nvSpPr>
        <p:spPr>
          <a:xfrm>
            <a:off x="1996061" y="8505808"/>
            <a:ext cx="1318813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COMPANY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Careers</a:t>
            </a:r>
          </a:p>
          <a:p>
            <a:r>
              <a:rPr lang="en-PH" sz="600" dirty="0">
                <a:solidFill>
                  <a:schemeClr val="bg1"/>
                </a:solidFill>
              </a:rPr>
              <a:t>Contact Us</a:t>
            </a:r>
          </a:p>
          <a:p>
            <a:r>
              <a:rPr lang="en-PH" sz="600" dirty="0">
                <a:solidFill>
                  <a:schemeClr val="bg1"/>
                </a:solidFill>
              </a:rPr>
              <a:t>FAQs</a:t>
            </a:r>
          </a:p>
          <a:p>
            <a:r>
              <a:rPr lang="en-PH" sz="600" dirty="0">
                <a:solidFill>
                  <a:schemeClr val="bg1"/>
                </a:solidFill>
              </a:rPr>
              <a:t>News and Articles</a:t>
            </a:r>
          </a:p>
          <a:p>
            <a:r>
              <a:rPr lang="en-PH" sz="600" dirty="0">
                <a:solidFill>
                  <a:schemeClr val="bg1"/>
                </a:solidFill>
              </a:rPr>
              <a:t>Our Company</a:t>
            </a:r>
          </a:p>
          <a:p>
            <a:r>
              <a:rPr lang="en-PH" sz="600" dirty="0">
                <a:solidFill>
                  <a:schemeClr val="bg1"/>
                </a:solidFill>
              </a:rPr>
              <a:t>Reviews</a:t>
            </a:r>
          </a:p>
          <a:p>
            <a:r>
              <a:rPr lang="en-PH" sz="600" dirty="0">
                <a:solidFill>
                  <a:schemeClr val="bg1"/>
                </a:solidFill>
              </a:rPr>
              <a:t>Store Locations</a:t>
            </a:r>
            <a:endParaRPr lang="en-PH" sz="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58F5C4-7CD1-42DB-0F6D-3020CC2812E7}"/>
              </a:ext>
            </a:extLst>
          </p:cNvPr>
          <p:cNvSpPr txBox="1"/>
          <p:nvPr/>
        </p:nvSpPr>
        <p:spPr>
          <a:xfrm>
            <a:off x="3000937" y="8508634"/>
            <a:ext cx="131881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chemeClr val="bg1"/>
                </a:solidFill>
              </a:rPr>
              <a:t>LINKS</a:t>
            </a:r>
          </a:p>
          <a:p>
            <a:endParaRPr lang="en-PH" sz="1100" dirty="0">
              <a:solidFill>
                <a:schemeClr val="bg1"/>
              </a:solidFill>
            </a:endParaRPr>
          </a:p>
          <a:p>
            <a:r>
              <a:rPr lang="en-PH" sz="600" dirty="0">
                <a:solidFill>
                  <a:schemeClr val="bg1"/>
                </a:solidFill>
              </a:rPr>
              <a:t>Gadget Spot Corporate</a:t>
            </a:r>
          </a:p>
          <a:p>
            <a:r>
              <a:rPr lang="en-PH" sz="600" dirty="0">
                <a:solidFill>
                  <a:schemeClr val="bg1"/>
                </a:solidFill>
              </a:rPr>
              <a:t>Gadget Spot Community</a:t>
            </a:r>
          </a:p>
          <a:p>
            <a:r>
              <a:rPr lang="en-PH" sz="600" dirty="0">
                <a:solidFill>
                  <a:schemeClr val="bg1"/>
                </a:solidFill>
              </a:rPr>
              <a:t>Lazada Official Store</a:t>
            </a:r>
          </a:p>
          <a:p>
            <a:r>
              <a:rPr lang="en-PH" sz="600" dirty="0">
                <a:solidFill>
                  <a:schemeClr val="bg1"/>
                </a:solidFill>
              </a:rPr>
              <a:t>Shopee Official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0CA46D-E100-F82B-6769-3A964BA55D3F}"/>
              </a:ext>
            </a:extLst>
          </p:cNvPr>
          <p:cNvSpPr txBox="1"/>
          <p:nvPr/>
        </p:nvSpPr>
        <p:spPr>
          <a:xfrm>
            <a:off x="2808861" y="9712247"/>
            <a:ext cx="1362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50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©2026 Gadget SPOT. ALL RIGHTS RESERVED</a:t>
            </a:r>
            <a:endParaRPr lang="en-PH" sz="5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7" name="Left Arrow 27">
            <a:hlinkClick r:id="rId12" action="ppaction://hlinksldjump">
              <a:snd r:embed="rId5" name="click.wav"/>
            </a:hlinkClick>
            <a:extLst>
              <a:ext uri="{FF2B5EF4-FFF2-40B4-BE49-F238E27FC236}">
                <a16:creationId xmlns:a16="http://schemas.microsoft.com/office/drawing/2014/main" id="{C56AB79F-7773-FDFE-C420-B98C7E75C9F6}"/>
              </a:ext>
            </a:extLst>
          </p:cNvPr>
          <p:cNvSpPr/>
          <p:nvPr/>
        </p:nvSpPr>
        <p:spPr>
          <a:xfrm>
            <a:off x="377091" y="630117"/>
            <a:ext cx="570412" cy="295163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Franklin Gothic Medium" panose="020B0603020102020204" pitchFamily="34" charset="0"/>
              </a:rPr>
              <a:t>HOME</a:t>
            </a:r>
            <a:endParaRPr lang="en-PH" sz="900" dirty="0">
              <a:latin typeface="Franklin Gothic Medium" panose="020B06030201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001EA8B-44A6-8A28-346C-CF653BDA8CAF}"/>
              </a:ext>
            </a:extLst>
          </p:cNvPr>
          <p:cNvSpPr/>
          <p:nvPr/>
        </p:nvSpPr>
        <p:spPr>
          <a:xfrm>
            <a:off x="0" y="1237343"/>
            <a:ext cx="1458686" cy="341086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latin typeface="Franklin Gothic Medium" panose="020B0603020102020204" pitchFamily="34" charset="0"/>
              </a:rPr>
              <a:t>My Orders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0B7D5D1-FEEC-0E5C-DE42-4BB15F6BB802}"/>
              </a:ext>
            </a:extLst>
          </p:cNvPr>
          <p:cNvSpPr/>
          <p:nvPr/>
        </p:nvSpPr>
        <p:spPr>
          <a:xfrm>
            <a:off x="0" y="1593329"/>
            <a:ext cx="1458686" cy="34108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latin typeface="Franklin Gothic Medium" panose="020B0603020102020204" pitchFamily="34" charset="0"/>
              </a:rPr>
              <a:t>Shipping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E5C1B31-3514-DDAC-0816-465F923B10C5}"/>
              </a:ext>
            </a:extLst>
          </p:cNvPr>
          <p:cNvSpPr/>
          <p:nvPr/>
        </p:nvSpPr>
        <p:spPr>
          <a:xfrm>
            <a:off x="0" y="1949315"/>
            <a:ext cx="1458686" cy="34108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latin typeface="Franklin Gothic Medium" panose="020B0603020102020204" pitchFamily="34" charset="0"/>
              </a:rPr>
              <a:t>Products</a:t>
            </a:r>
            <a:endParaRPr lang="en-PH" dirty="0">
              <a:latin typeface="Franklin Gothic Medium" panose="020B06030201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3D5A9EB-C92C-25AF-9949-79677F962DAE}"/>
              </a:ext>
            </a:extLst>
          </p:cNvPr>
          <p:cNvSpPr/>
          <p:nvPr/>
        </p:nvSpPr>
        <p:spPr>
          <a:xfrm>
            <a:off x="0" y="2305301"/>
            <a:ext cx="1458686" cy="34108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latin typeface="Franklin Gothic Medium" panose="020B0603020102020204" pitchFamily="34" charset="0"/>
              </a:rPr>
              <a:t>Vouchers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178B6D6-EABE-497E-1A15-CAD5FDEE801A}"/>
              </a:ext>
            </a:extLst>
          </p:cNvPr>
          <p:cNvSpPr/>
          <p:nvPr/>
        </p:nvSpPr>
        <p:spPr>
          <a:xfrm>
            <a:off x="0" y="2661287"/>
            <a:ext cx="1458686" cy="34108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latin typeface="Franklin Gothic Medium" panose="020B0603020102020204" pitchFamily="34" charset="0"/>
              </a:rPr>
              <a:t>Campaign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E88EDBA-4B19-2524-609B-0C08794D2108}"/>
              </a:ext>
            </a:extLst>
          </p:cNvPr>
          <p:cNvSpPr/>
          <p:nvPr/>
        </p:nvSpPr>
        <p:spPr>
          <a:xfrm>
            <a:off x="0" y="3015524"/>
            <a:ext cx="1458686" cy="34108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latin typeface="Franklin Gothic Medium" panose="020B0603020102020204" pitchFamily="34" charset="0"/>
              </a:rPr>
              <a:t>Marketing Centre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FB8A511-2F7E-634E-7970-5A49350FDA94}"/>
              </a:ext>
            </a:extLst>
          </p:cNvPr>
          <p:cNvSpPr/>
          <p:nvPr/>
        </p:nvSpPr>
        <p:spPr>
          <a:xfrm>
            <a:off x="1725045" y="630117"/>
            <a:ext cx="4807744" cy="15623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800" dirty="0">
                <a:solidFill>
                  <a:srgbClr val="FF0000"/>
                </a:solidFill>
                <a:latin typeface="Franklin Gothic Medium" panose="020B0603020102020204" pitchFamily="34" charset="0"/>
              </a:rPr>
              <a:t>Overview</a:t>
            </a:r>
            <a:r>
              <a:rPr lang="en-PH" sz="800" dirty="0">
                <a:solidFill>
                  <a:schemeClr val="accent3">
                    <a:lumMod val="50000"/>
                  </a:schemeClr>
                </a:solidFill>
                <a:latin typeface="Franklin Gothic Medium" panose="020B0603020102020204" pitchFamily="34" charset="0"/>
              </a:rPr>
              <a:t> 	Product 	Sales 	Services 	Traffic</a:t>
            </a:r>
          </a:p>
        </p:txBody>
      </p:sp>
      <p:graphicFrame>
        <p:nvGraphicFramePr>
          <p:cNvPr id="67" name="Chart 66">
            <a:extLst>
              <a:ext uri="{FF2B5EF4-FFF2-40B4-BE49-F238E27FC236}">
                <a16:creationId xmlns:a16="http://schemas.microsoft.com/office/drawing/2014/main" id="{4EAB1344-0E47-9134-4170-56EDF1740B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9651191"/>
              </p:ext>
            </p:extLst>
          </p:nvPr>
        </p:nvGraphicFramePr>
        <p:xfrm>
          <a:off x="1842917" y="1052067"/>
          <a:ext cx="4572000" cy="2463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graphicFrame>
        <p:nvGraphicFramePr>
          <p:cNvPr id="79" name="Chart 78">
            <a:extLst>
              <a:ext uri="{FF2B5EF4-FFF2-40B4-BE49-F238E27FC236}">
                <a16:creationId xmlns:a16="http://schemas.microsoft.com/office/drawing/2014/main" id="{A5667F87-34B5-F29E-71BE-66B2C797D5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5349621"/>
              </p:ext>
            </p:extLst>
          </p:nvPr>
        </p:nvGraphicFramePr>
        <p:xfrm>
          <a:off x="1610664" y="6205544"/>
          <a:ext cx="2780546" cy="18536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87" name="Chart 86">
                <a:extLst>
                  <a:ext uri="{FF2B5EF4-FFF2-40B4-BE49-F238E27FC236}">
                    <a16:creationId xmlns:a16="http://schemas.microsoft.com/office/drawing/2014/main" id="{8A373E0C-63E5-94F9-83B0-0E5B6F10729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718159397"/>
                  </p:ext>
                </p:extLst>
              </p:nvPr>
            </p:nvGraphicFramePr>
            <p:xfrm>
              <a:off x="4391343" y="6234027"/>
              <a:ext cx="2247263" cy="149817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15"/>
              </a:graphicData>
            </a:graphic>
          </p:graphicFrame>
        </mc:Choice>
        <mc:Fallback xmlns="">
          <p:pic>
            <p:nvPicPr>
              <p:cNvPr id="87" name="Chart 86">
                <a:extLst>
                  <a:ext uri="{FF2B5EF4-FFF2-40B4-BE49-F238E27FC236}">
                    <a16:creationId xmlns:a16="http://schemas.microsoft.com/office/drawing/2014/main" id="{8A373E0C-63E5-94F9-83B0-0E5B6F10729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391343" y="6234027"/>
                <a:ext cx="2247263" cy="1498175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90" name="Chart 89">
            <a:extLst>
              <a:ext uri="{FF2B5EF4-FFF2-40B4-BE49-F238E27FC236}">
                <a16:creationId xmlns:a16="http://schemas.microsoft.com/office/drawing/2014/main" id="{06388BE4-E611-394F-DC77-BD019A7A43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9075625"/>
              </p:ext>
            </p:extLst>
          </p:nvPr>
        </p:nvGraphicFramePr>
        <p:xfrm>
          <a:off x="1838892" y="3732846"/>
          <a:ext cx="4572000" cy="2145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</p:spTree>
    <p:extLst>
      <p:ext uri="{BB962C8B-B14F-4D97-AF65-F5344CB8AC3E}">
        <p14:creationId xmlns:p14="http://schemas.microsoft.com/office/powerpoint/2010/main" val="3477452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860</TotalTime>
  <Words>5709</Words>
  <Application>Microsoft Office PowerPoint</Application>
  <PresentationFormat>A4 Paper (210x297 mm)</PresentationFormat>
  <Paragraphs>1518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Franklin Gothic Demi</vt:lpstr>
      <vt:lpstr>Franklin Gothic Heavy</vt:lpstr>
      <vt:lpstr>Franklin Gothic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PC40</dc:creator>
  <cp:lastModifiedBy>Sabriel Adriel San Agustin</cp:lastModifiedBy>
  <cp:revision>164</cp:revision>
  <dcterms:created xsi:type="dcterms:W3CDTF">2026-01-23T10:16:05Z</dcterms:created>
  <dcterms:modified xsi:type="dcterms:W3CDTF">2026-02-13T03:19:04Z</dcterms:modified>
</cp:coreProperties>
</file>